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1" r:id="rId3"/>
    <p:sldId id="262" r:id="rId4"/>
    <p:sldId id="260" r:id="rId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50" d="100"/>
          <a:sy n="150" d="100"/>
        </p:scale>
        <p:origin x="108" y="-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873533-311C-4148-A14C-395CB1CA64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823B65F-21B8-44A4-8F4D-BB75C2F2A0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9A0E75-BE5F-4ADA-BA18-361789926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D51A59F-BBC0-40D1-850F-B39931BE0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B855F11-0439-4C64-BCAC-C998F645C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2745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88BC34-7933-4D1C-9F46-4F27D447B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CDA504-4D6C-492D-BBAA-DBF68C1D7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6244EAF-37B0-43E7-BD72-77A5F3EE6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E00BF0-1F18-42AA-8E76-1113009BD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B1EE2B2-8626-4422-A25B-0F7CD3C3B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1969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5B6588-AE62-4C77-A4EB-68E2548E0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490B4E6-F31D-4997-8A05-DF0A9F5233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3294259-DB44-49E6-870C-3B30FFB43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2E9B99B-D490-4BB9-90B6-5B48A9D66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D7E8F2F-F258-4E02-BC94-625FEAAF4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7752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0625CD-049B-4C0E-8E98-0863B3E8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B7AECD-13DC-41B7-97B3-562034F9C3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09C50E1-4AB3-4247-A5CF-AF2211ABE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BC77DC-CEF8-4E68-99F1-945EC358F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620C6F4-17DE-4ED9-BA13-999B04BB0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866355D-0EA2-4E67-8E69-990215D2F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184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A765DE-71B5-44AD-ACD0-D3359F6C7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BE08A60-EFE3-449A-97A3-5133FE71E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4FD76CD-82B9-4ED9-86FC-569682B59B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6180256-CA52-46A5-B29E-C18907C631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D53178B-BBD6-45FA-AD2F-008EE53A1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800F1FA-6D81-41BB-9221-B171AA28F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0C040CD-65A5-4965-B159-5A925CB1F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7DF9535-96CB-419C-8D43-48CAF6B0B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1340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4F0A53-7B08-4621-8029-2A00AF387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1A5656-9E10-47A4-B129-F1579F5BD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A0788A7-D55C-4B77-B4A5-E71B17A58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E265ECC-6C73-4B54-A336-72DD61AF1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1567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88C5CCF-7DB8-4635-B4BC-23CCC3233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AB37D1FE-2C82-40B2-9E4A-B327C291E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5F48F22-5975-48AD-81F4-D1903307D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420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F54F4-FC73-4E46-AE1D-AF9D1AA79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E9D02DE-D7D3-4921-A374-3FB475978D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D187CC4-7F98-43E3-9D60-5252883725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634D284-A401-4FA7-B01A-4D4C4498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4C5C773-CB83-48A7-B37F-DFF36851F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3A9A8E8-9413-4E62-96C8-1D061B0B6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77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4C11E4-8937-4240-8BC7-85BE49E3F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47A0EB1-C0CF-4E1A-8FE4-F3AF7438B8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B441AAB-21A6-4BF8-AB3A-ED0A86D668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3863B5A-5906-4A10-A91F-95886F5E2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8A9D05F-D494-4DC9-A748-7B5A5EF41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CBBADFA-C917-48E8-9406-477483C9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32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36A5F2-44A3-4CB5-9E41-70A78D265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C0F7B97-ED26-49D2-9FA5-48F7364588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FA28306-BBFC-4539-956E-E6C0313F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42DDE31-5196-436A-AAFD-1B7D77298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F40A0A6-F446-4C7D-8F1B-847F880BE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99938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8E067F6-09A3-4C4D-9E1C-184F063F9C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7417135-2CD4-44CE-A3A1-CFF9D0DE1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AA92BE-3589-48CF-A2AF-9368EAAE5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FF48F2-34B4-41BF-A4AF-DADBBB45C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1548CFC-9E9D-4E49-8350-A0E39C50A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3524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DCBED3D-D425-4F91-A632-69CBE8FB3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05C5A51-1A2F-4150-AAAE-3624FB938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7D7BAA-FFFD-4B14-AAF8-AA22E5691E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F9DD25E-C27A-4603-B6C2-A35A56F395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F418855-CB12-4FE1-8D6D-E7B42AAD4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3160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20.png"/><Relationship Id="rId3" Type="http://schemas.openxmlformats.org/officeDocument/2006/relationships/image" Target="../media/image8.png"/><Relationship Id="rId21" Type="http://schemas.openxmlformats.org/officeDocument/2006/relationships/image" Target="../media/image21.png"/><Relationship Id="rId17" Type="http://schemas.openxmlformats.org/officeDocument/2006/relationships/image" Target="../media/image19.png"/><Relationship Id="rId2" Type="http://schemas.openxmlformats.org/officeDocument/2006/relationships/image" Target="../media/image5.png"/><Relationship Id="rId16" Type="http://schemas.openxmlformats.org/officeDocument/2006/relationships/image" Target="../media/image15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15" Type="http://schemas.openxmlformats.org/officeDocument/2006/relationships/image" Target="../media/image14.png"/><Relationship Id="rId19" Type="http://schemas.openxmlformats.org/officeDocument/2006/relationships/image" Target="../media/image6.png"/><Relationship Id="rId4" Type="http://schemas.openxmlformats.org/officeDocument/2006/relationships/image" Target="../media/image9.png"/><Relationship Id="rId14" Type="http://schemas.openxmlformats.org/officeDocument/2006/relationships/image" Target="../media/image13.png"/><Relationship Id="rId22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18" Type="http://schemas.openxmlformats.org/officeDocument/2006/relationships/image" Target="../media/image24.png"/><Relationship Id="rId21" Type="http://schemas.openxmlformats.org/officeDocument/2006/relationships/image" Target="../media/image21.png"/><Relationship Id="rId17" Type="http://schemas.openxmlformats.org/officeDocument/2006/relationships/image" Target="../media/image1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15" Type="http://schemas.openxmlformats.org/officeDocument/2006/relationships/image" Target="../media/image14.png"/><Relationship Id="rId22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image" Target="../media/image200.png"/><Relationship Id="rId7" Type="http://schemas.openxmlformats.org/officeDocument/2006/relationships/image" Target="../media/image240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10" Type="http://schemas.openxmlformats.org/officeDocument/2006/relationships/image" Target="../media/image27.png"/><Relationship Id="rId4" Type="http://schemas.openxmlformats.org/officeDocument/2006/relationships/image" Target="../media/image210.png"/><Relationship Id="rId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D4774D1D-5F08-420E-8821-966BAB8C5A00}"/>
              </a:ext>
            </a:extLst>
          </p:cNvPr>
          <p:cNvSpPr/>
          <p:nvPr/>
        </p:nvSpPr>
        <p:spPr>
          <a:xfrm>
            <a:off x="2622430" y="13974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3930E931-F8FF-4FB5-BB2D-A3F6127BBDD0}"/>
              </a:ext>
            </a:extLst>
          </p:cNvPr>
          <p:cNvSpPr/>
          <p:nvPr/>
        </p:nvSpPr>
        <p:spPr>
          <a:xfrm>
            <a:off x="2035834" y="37596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EC3F9F27-B1A0-4B0D-8BA0-527CF054F85B}"/>
              </a:ext>
            </a:extLst>
          </p:cNvPr>
          <p:cNvSpPr/>
          <p:nvPr/>
        </p:nvSpPr>
        <p:spPr>
          <a:xfrm>
            <a:off x="3209025" y="37596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77ADFB40-E940-48F0-8D7B-5DB8494A3B2C}"/>
              </a:ext>
            </a:extLst>
          </p:cNvPr>
          <p:cNvSpPr/>
          <p:nvPr/>
        </p:nvSpPr>
        <p:spPr>
          <a:xfrm>
            <a:off x="3795621" y="13974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2E26E1BB-B5AD-45B2-B01D-4E59035F8441}"/>
              </a:ext>
            </a:extLst>
          </p:cNvPr>
          <p:cNvSpPr/>
          <p:nvPr/>
        </p:nvSpPr>
        <p:spPr>
          <a:xfrm>
            <a:off x="4382218" y="37596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CB249DD-6AB1-42A5-96E1-EFC1CF8DDAF2}"/>
              </a:ext>
            </a:extLst>
          </p:cNvPr>
          <p:cNvCxnSpPr>
            <a:cxnSpLocks/>
            <a:endCxn id="18" idx="4"/>
          </p:cNvCxnSpPr>
          <p:nvPr/>
        </p:nvCxnSpPr>
        <p:spPr>
          <a:xfrm>
            <a:off x="1481138" y="4346275"/>
            <a:ext cx="847994" cy="0"/>
          </a:xfrm>
          <a:prstGeom prst="line">
            <a:avLst/>
          </a:prstGeom>
          <a:ln>
            <a:head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FF0B5FC9-F94C-46B7-A436-B55A397C5335}"/>
              </a:ext>
            </a:extLst>
          </p:cNvPr>
          <p:cNvCxnSpPr>
            <a:cxnSpLocks/>
          </p:cNvCxnSpPr>
          <p:nvPr/>
        </p:nvCxnSpPr>
        <p:spPr>
          <a:xfrm>
            <a:off x="2622430" y="1690777"/>
            <a:ext cx="0" cy="2362200"/>
          </a:xfrm>
          <a:prstGeom prst="line">
            <a:avLst/>
          </a:prstGeom>
          <a:ln>
            <a:head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Conector reto 31">
            <a:extLst>
              <a:ext uri="{FF2B5EF4-FFF2-40B4-BE49-F238E27FC236}">
                <a16:creationId xmlns:a16="http://schemas.microsoft.com/office/drawing/2014/main" id="{9EBCC2EA-1D45-47DB-877A-E05F91AED2E2}"/>
              </a:ext>
            </a:extLst>
          </p:cNvPr>
          <p:cNvCxnSpPr>
            <a:cxnSpLocks/>
          </p:cNvCxnSpPr>
          <p:nvPr/>
        </p:nvCxnSpPr>
        <p:spPr>
          <a:xfrm>
            <a:off x="3209026" y="1690777"/>
            <a:ext cx="0" cy="23622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23750380-3435-4D73-BB2E-9D16BB6D096D}"/>
              </a:ext>
            </a:extLst>
          </p:cNvPr>
          <p:cNvCxnSpPr>
            <a:cxnSpLocks/>
          </p:cNvCxnSpPr>
          <p:nvPr/>
        </p:nvCxnSpPr>
        <p:spPr>
          <a:xfrm>
            <a:off x="3795622" y="1690777"/>
            <a:ext cx="0" cy="23622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Conector reto 38">
            <a:extLst>
              <a:ext uri="{FF2B5EF4-FFF2-40B4-BE49-F238E27FC236}">
                <a16:creationId xmlns:a16="http://schemas.microsoft.com/office/drawing/2014/main" id="{165D9810-C214-427F-BE44-8F01378E9938}"/>
              </a:ext>
            </a:extLst>
          </p:cNvPr>
          <p:cNvCxnSpPr>
            <a:cxnSpLocks/>
          </p:cNvCxnSpPr>
          <p:nvPr/>
        </p:nvCxnSpPr>
        <p:spPr>
          <a:xfrm>
            <a:off x="4382218" y="1690777"/>
            <a:ext cx="0" cy="23622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Conector reto 40">
            <a:extLst>
              <a:ext uri="{FF2B5EF4-FFF2-40B4-BE49-F238E27FC236}">
                <a16:creationId xmlns:a16="http://schemas.microsoft.com/office/drawing/2014/main" id="{897020E8-94B4-431E-A589-28FA461CD1C8}"/>
              </a:ext>
            </a:extLst>
          </p:cNvPr>
          <p:cNvCxnSpPr>
            <a:cxnSpLocks/>
            <a:endCxn id="22" idx="4"/>
          </p:cNvCxnSpPr>
          <p:nvPr/>
        </p:nvCxnSpPr>
        <p:spPr>
          <a:xfrm flipH="1">
            <a:off x="4675516" y="4346275"/>
            <a:ext cx="848984" cy="0"/>
          </a:xfrm>
          <a:prstGeom prst="line">
            <a:avLst/>
          </a:prstGeom>
          <a:ln>
            <a:head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8" name="Retângulo 67">
            <a:extLst>
              <a:ext uri="{FF2B5EF4-FFF2-40B4-BE49-F238E27FC236}">
                <a16:creationId xmlns:a16="http://schemas.microsoft.com/office/drawing/2014/main" id="{5BE84A71-4276-4C1F-B5CF-1AD874D70072}"/>
              </a:ext>
            </a:extLst>
          </p:cNvPr>
          <p:cNvSpPr/>
          <p:nvPr/>
        </p:nvSpPr>
        <p:spPr>
          <a:xfrm>
            <a:off x="2374900" y="1289050"/>
            <a:ext cx="488943" cy="3175000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lg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E6B90442-527D-4427-821B-772C881036E7}"/>
              </a:ext>
            </a:extLst>
          </p:cNvPr>
          <p:cNvSpPr/>
          <p:nvPr/>
        </p:nvSpPr>
        <p:spPr>
          <a:xfrm>
            <a:off x="2958437" y="1289050"/>
            <a:ext cx="488943" cy="3175000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lg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7F1FEEEE-6561-41BC-BF39-773D8D59160A}"/>
              </a:ext>
            </a:extLst>
          </p:cNvPr>
          <p:cNvSpPr/>
          <p:nvPr/>
        </p:nvSpPr>
        <p:spPr>
          <a:xfrm>
            <a:off x="3541974" y="1284377"/>
            <a:ext cx="488943" cy="3175000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lg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CE1F9B33-68C7-4693-88F9-1A5F4AF73AC0}"/>
              </a:ext>
            </a:extLst>
          </p:cNvPr>
          <p:cNvSpPr/>
          <p:nvPr/>
        </p:nvSpPr>
        <p:spPr>
          <a:xfrm>
            <a:off x="4146922" y="1284377"/>
            <a:ext cx="488943" cy="3175000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lg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CaixaDeTexto 72">
                <a:extLst>
                  <a:ext uri="{FF2B5EF4-FFF2-40B4-BE49-F238E27FC236}">
                    <a16:creationId xmlns:a16="http://schemas.microsoft.com/office/drawing/2014/main" id="{029FD6C1-6809-4AED-9715-AD3A6562373D}"/>
                  </a:ext>
                </a:extLst>
              </p:cNvPr>
              <p:cNvSpPr txBox="1"/>
              <p:nvPr/>
            </p:nvSpPr>
            <p:spPr>
              <a:xfrm>
                <a:off x="2383258" y="1033483"/>
                <a:ext cx="48894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pt-BR" sz="1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3" name="CaixaDeTexto 72">
                <a:extLst>
                  <a:ext uri="{FF2B5EF4-FFF2-40B4-BE49-F238E27FC236}">
                    <a16:creationId xmlns:a16="http://schemas.microsoft.com/office/drawing/2014/main" id="{029FD6C1-6809-4AED-9715-AD3A656237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258" y="1033483"/>
                <a:ext cx="488943" cy="24622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CaixaDeTexto 76">
                <a:extLst>
                  <a:ext uri="{FF2B5EF4-FFF2-40B4-BE49-F238E27FC236}">
                    <a16:creationId xmlns:a16="http://schemas.microsoft.com/office/drawing/2014/main" id="{034CCB95-3F84-436D-9346-E61C64CF066A}"/>
                  </a:ext>
                </a:extLst>
              </p:cNvPr>
              <p:cNvSpPr txBox="1"/>
              <p:nvPr/>
            </p:nvSpPr>
            <p:spPr>
              <a:xfrm>
                <a:off x="2970764" y="1033483"/>
                <a:ext cx="488943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7" name="CaixaDeTexto 76">
                <a:extLst>
                  <a:ext uri="{FF2B5EF4-FFF2-40B4-BE49-F238E27FC236}">
                    <a16:creationId xmlns:a16="http://schemas.microsoft.com/office/drawing/2014/main" id="{034CCB95-3F84-436D-9346-E61C64CF0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0764" y="1033483"/>
                <a:ext cx="488943" cy="2539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CaixaDeTexto 77">
                <a:extLst>
                  <a:ext uri="{FF2B5EF4-FFF2-40B4-BE49-F238E27FC236}">
                    <a16:creationId xmlns:a16="http://schemas.microsoft.com/office/drawing/2014/main" id="{D5324E0D-A7B2-429A-9715-4A5850A8372A}"/>
                  </a:ext>
                </a:extLst>
              </p:cNvPr>
              <p:cNvSpPr txBox="1"/>
              <p:nvPr/>
            </p:nvSpPr>
            <p:spPr>
              <a:xfrm>
                <a:off x="3551150" y="1033483"/>
                <a:ext cx="48894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sz="1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8" name="CaixaDeTexto 77">
                <a:extLst>
                  <a:ext uri="{FF2B5EF4-FFF2-40B4-BE49-F238E27FC236}">
                    <a16:creationId xmlns:a16="http://schemas.microsoft.com/office/drawing/2014/main" id="{D5324E0D-A7B2-429A-9715-4A5850A8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1150" y="1033483"/>
                <a:ext cx="488943" cy="24622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CaixaDeTexto 78">
                <a:extLst>
                  <a:ext uri="{FF2B5EF4-FFF2-40B4-BE49-F238E27FC236}">
                    <a16:creationId xmlns:a16="http://schemas.microsoft.com/office/drawing/2014/main" id="{579AD54D-28F0-4E04-AB25-F5BD9C5F1BA9}"/>
                  </a:ext>
                </a:extLst>
              </p:cNvPr>
              <p:cNvSpPr txBox="1"/>
              <p:nvPr/>
            </p:nvSpPr>
            <p:spPr>
              <a:xfrm>
                <a:off x="4108974" y="1033483"/>
                <a:ext cx="488943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9" name="CaixaDeTexto 78">
                <a:extLst>
                  <a:ext uri="{FF2B5EF4-FFF2-40B4-BE49-F238E27FC236}">
                    <a16:creationId xmlns:a16="http://schemas.microsoft.com/office/drawing/2014/main" id="{579AD54D-28F0-4E04-AB25-F5BD9C5F1B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8974" y="1033483"/>
                <a:ext cx="488943" cy="25391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CaixaDeTexto 79">
                <a:extLst>
                  <a:ext uri="{FF2B5EF4-FFF2-40B4-BE49-F238E27FC236}">
                    <a16:creationId xmlns:a16="http://schemas.microsoft.com/office/drawing/2014/main" id="{161FA45C-8849-4734-BBAD-8C8B213D9C1C}"/>
                  </a:ext>
                </a:extLst>
              </p:cNvPr>
              <p:cNvSpPr txBox="1"/>
              <p:nvPr/>
            </p:nvSpPr>
            <p:spPr>
              <a:xfrm>
                <a:off x="3213614" y="39298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0" name="CaixaDeTexto 79">
                <a:extLst>
                  <a:ext uri="{FF2B5EF4-FFF2-40B4-BE49-F238E27FC236}">
                    <a16:creationId xmlns:a16="http://schemas.microsoft.com/office/drawing/2014/main" id="{161FA45C-8849-4734-BBAD-8C8B213D9C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3614" y="3929867"/>
                <a:ext cx="577419" cy="2462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CaixaDeTexto 82">
                <a:extLst>
                  <a:ext uri="{FF2B5EF4-FFF2-40B4-BE49-F238E27FC236}">
                    <a16:creationId xmlns:a16="http://schemas.microsoft.com/office/drawing/2014/main" id="{E4F26578-957C-4DEC-8A73-643B62840241}"/>
                  </a:ext>
                </a:extLst>
              </p:cNvPr>
              <p:cNvSpPr txBox="1"/>
              <p:nvPr/>
            </p:nvSpPr>
            <p:spPr>
              <a:xfrm>
                <a:off x="2627019" y="15676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3" name="CaixaDeTexto 82">
                <a:extLst>
                  <a:ext uri="{FF2B5EF4-FFF2-40B4-BE49-F238E27FC236}">
                    <a16:creationId xmlns:a16="http://schemas.microsoft.com/office/drawing/2014/main" id="{E4F26578-957C-4DEC-8A73-643B62840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019" y="1567667"/>
                <a:ext cx="577419" cy="24622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CaixaDeTexto 83">
                <a:extLst>
                  <a:ext uri="{FF2B5EF4-FFF2-40B4-BE49-F238E27FC236}">
                    <a16:creationId xmlns:a16="http://schemas.microsoft.com/office/drawing/2014/main" id="{EF50685A-378A-4B15-8835-4B7ED5175ED9}"/>
                  </a:ext>
                </a:extLst>
              </p:cNvPr>
              <p:cNvSpPr txBox="1"/>
              <p:nvPr/>
            </p:nvSpPr>
            <p:spPr>
              <a:xfrm>
                <a:off x="3800210" y="15676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4" name="CaixaDeTexto 83">
                <a:extLst>
                  <a:ext uri="{FF2B5EF4-FFF2-40B4-BE49-F238E27FC236}">
                    <a16:creationId xmlns:a16="http://schemas.microsoft.com/office/drawing/2014/main" id="{EF50685A-378A-4B15-8835-4B7ED5175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210" y="1567667"/>
                <a:ext cx="577419" cy="24622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CaixaDeTexto 84">
                <a:extLst>
                  <a:ext uri="{FF2B5EF4-FFF2-40B4-BE49-F238E27FC236}">
                    <a16:creationId xmlns:a16="http://schemas.microsoft.com/office/drawing/2014/main" id="{0684682D-B126-4E27-B613-7F1EEA9E8E78}"/>
                  </a:ext>
                </a:extLst>
              </p:cNvPr>
              <p:cNvSpPr txBox="1"/>
              <p:nvPr/>
            </p:nvSpPr>
            <p:spPr>
              <a:xfrm>
                <a:off x="2040423" y="39298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CaixaDeTexto 84">
                <a:extLst>
                  <a:ext uri="{FF2B5EF4-FFF2-40B4-BE49-F238E27FC236}">
                    <a16:creationId xmlns:a16="http://schemas.microsoft.com/office/drawing/2014/main" id="{0684682D-B126-4E27-B613-7F1EEA9E8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0423" y="3929867"/>
                <a:ext cx="577419" cy="2462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CaixaDeTexto 85">
                <a:extLst>
                  <a:ext uri="{FF2B5EF4-FFF2-40B4-BE49-F238E27FC236}">
                    <a16:creationId xmlns:a16="http://schemas.microsoft.com/office/drawing/2014/main" id="{9FB581BC-C1A1-4598-96EA-92ABDDBEE12E}"/>
                  </a:ext>
                </a:extLst>
              </p:cNvPr>
              <p:cNvSpPr txBox="1"/>
              <p:nvPr/>
            </p:nvSpPr>
            <p:spPr>
              <a:xfrm>
                <a:off x="4386807" y="39298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6" name="CaixaDeTexto 85">
                <a:extLst>
                  <a:ext uri="{FF2B5EF4-FFF2-40B4-BE49-F238E27FC236}">
                    <a16:creationId xmlns:a16="http://schemas.microsoft.com/office/drawing/2014/main" id="{9FB581BC-C1A1-4598-96EA-92ABDDBEE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6807" y="3929867"/>
                <a:ext cx="577419" cy="24622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CaixaDeTexto 86">
                <a:extLst>
                  <a:ext uri="{FF2B5EF4-FFF2-40B4-BE49-F238E27FC236}">
                    <a16:creationId xmlns:a16="http://schemas.microsoft.com/office/drawing/2014/main" id="{85C2A7E1-366C-4D20-94D1-6C463B8D0FCB}"/>
                  </a:ext>
                </a:extLst>
              </p:cNvPr>
              <p:cNvSpPr txBox="1"/>
              <p:nvPr/>
            </p:nvSpPr>
            <p:spPr>
              <a:xfrm>
                <a:off x="5275441" y="4081394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𝑜𝑢𝑡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7" name="CaixaDeTexto 86">
                <a:extLst>
                  <a:ext uri="{FF2B5EF4-FFF2-40B4-BE49-F238E27FC236}">
                    <a16:creationId xmlns:a16="http://schemas.microsoft.com/office/drawing/2014/main" id="{85C2A7E1-366C-4D20-94D1-6C463B8D0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5441" y="4081394"/>
                <a:ext cx="577419" cy="26488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CaixaDeTexto 87">
                <a:extLst>
                  <a:ext uri="{FF2B5EF4-FFF2-40B4-BE49-F238E27FC236}">
                    <a16:creationId xmlns:a16="http://schemas.microsoft.com/office/drawing/2014/main" id="{B0053B0F-8311-4475-B91B-BDB98A78058A}"/>
                  </a:ext>
                </a:extLst>
              </p:cNvPr>
              <p:cNvSpPr txBox="1"/>
              <p:nvPr/>
            </p:nvSpPr>
            <p:spPr>
              <a:xfrm>
                <a:off x="1169545" y="4082443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8" name="CaixaDeTexto 87">
                <a:extLst>
                  <a:ext uri="{FF2B5EF4-FFF2-40B4-BE49-F238E27FC236}">
                    <a16:creationId xmlns:a16="http://schemas.microsoft.com/office/drawing/2014/main" id="{B0053B0F-8311-4475-B91B-BDB98A780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545" y="4082443"/>
                <a:ext cx="577419" cy="26488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Conector de Seta Reta 89">
            <a:extLst>
              <a:ext uri="{FF2B5EF4-FFF2-40B4-BE49-F238E27FC236}">
                <a16:creationId xmlns:a16="http://schemas.microsoft.com/office/drawing/2014/main" id="{609F7F7D-0F9B-40CB-A499-FE2761C8F316}"/>
              </a:ext>
            </a:extLst>
          </p:cNvPr>
          <p:cNvCxnSpPr>
            <a:cxnSpLocks/>
          </p:cNvCxnSpPr>
          <p:nvPr/>
        </p:nvCxnSpPr>
        <p:spPr>
          <a:xfrm>
            <a:off x="2622430" y="274805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Conector de Seta Reta 90">
            <a:extLst>
              <a:ext uri="{FF2B5EF4-FFF2-40B4-BE49-F238E27FC236}">
                <a16:creationId xmlns:a16="http://schemas.microsoft.com/office/drawing/2014/main" id="{238DC009-804B-4DB7-ADEA-ACDFB3D9AE7E}"/>
              </a:ext>
            </a:extLst>
          </p:cNvPr>
          <p:cNvCxnSpPr/>
          <p:nvPr/>
        </p:nvCxnSpPr>
        <p:spPr>
          <a:xfrm>
            <a:off x="3209138" y="274805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Conector de Seta Reta 91">
            <a:extLst>
              <a:ext uri="{FF2B5EF4-FFF2-40B4-BE49-F238E27FC236}">
                <a16:creationId xmlns:a16="http://schemas.microsoft.com/office/drawing/2014/main" id="{DF84A0FA-CA4A-4F29-B115-6787740C6777}"/>
              </a:ext>
            </a:extLst>
          </p:cNvPr>
          <p:cNvCxnSpPr>
            <a:cxnSpLocks/>
          </p:cNvCxnSpPr>
          <p:nvPr/>
        </p:nvCxnSpPr>
        <p:spPr>
          <a:xfrm>
            <a:off x="3799144" y="274805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Conector de Seta Reta 92">
            <a:extLst>
              <a:ext uri="{FF2B5EF4-FFF2-40B4-BE49-F238E27FC236}">
                <a16:creationId xmlns:a16="http://schemas.microsoft.com/office/drawing/2014/main" id="{8003701C-EB29-458A-9E4A-28A19BA66E77}"/>
              </a:ext>
            </a:extLst>
          </p:cNvPr>
          <p:cNvCxnSpPr/>
          <p:nvPr/>
        </p:nvCxnSpPr>
        <p:spPr>
          <a:xfrm>
            <a:off x="4382218" y="274805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CaixaDeTexto 93">
                <a:extLst>
                  <a:ext uri="{FF2B5EF4-FFF2-40B4-BE49-F238E27FC236}">
                    <a16:creationId xmlns:a16="http://schemas.microsoft.com/office/drawing/2014/main" id="{FE401C13-D9CB-4919-A2FF-7DD145659BCF}"/>
                  </a:ext>
                </a:extLst>
              </p:cNvPr>
              <p:cNvSpPr txBox="1"/>
              <p:nvPr/>
            </p:nvSpPr>
            <p:spPr>
              <a:xfrm>
                <a:off x="4299352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4" name="CaixaDeTexto 93">
                <a:extLst>
                  <a:ext uri="{FF2B5EF4-FFF2-40B4-BE49-F238E27FC236}">
                    <a16:creationId xmlns:a16="http://schemas.microsoft.com/office/drawing/2014/main" id="{FE401C13-D9CB-4919-A2FF-7DD145659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9352" y="2798122"/>
                <a:ext cx="577419" cy="26488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CaixaDeTexto 94">
                <a:extLst>
                  <a:ext uri="{FF2B5EF4-FFF2-40B4-BE49-F238E27FC236}">
                    <a16:creationId xmlns:a16="http://schemas.microsoft.com/office/drawing/2014/main" id="{BB36D46C-D091-45F5-9681-EA6FC7D18FAA}"/>
                  </a:ext>
                </a:extLst>
              </p:cNvPr>
              <p:cNvSpPr txBox="1"/>
              <p:nvPr/>
            </p:nvSpPr>
            <p:spPr>
              <a:xfrm>
                <a:off x="3739887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5" name="CaixaDeTexto 94">
                <a:extLst>
                  <a:ext uri="{FF2B5EF4-FFF2-40B4-BE49-F238E27FC236}">
                    <a16:creationId xmlns:a16="http://schemas.microsoft.com/office/drawing/2014/main" id="{BB36D46C-D091-45F5-9681-EA6FC7D18F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9887" y="2798122"/>
                <a:ext cx="577419" cy="26488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CaixaDeTexto 95">
                <a:extLst>
                  <a:ext uri="{FF2B5EF4-FFF2-40B4-BE49-F238E27FC236}">
                    <a16:creationId xmlns:a16="http://schemas.microsoft.com/office/drawing/2014/main" id="{AF413E51-857A-4DFB-9FA5-C8255AC541E1}"/>
                  </a:ext>
                </a:extLst>
              </p:cNvPr>
              <p:cNvSpPr txBox="1"/>
              <p:nvPr/>
            </p:nvSpPr>
            <p:spPr>
              <a:xfrm>
                <a:off x="3066546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6" name="CaixaDeTexto 95">
                <a:extLst>
                  <a:ext uri="{FF2B5EF4-FFF2-40B4-BE49-F238E27FC236}">
                    <a16:creationId xmlns:a16="http://schemas.microsoft.com/office/drawing/2014/main" id="{AF413E51-857A-4DFB-9FA5-C8255AC54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6546" y="2798122"/>
                <a:ext cx="577419" cy="26488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CaixaDeTexto 96">
                <a:extLst>
                  <a:ext uri="{FF2B5EF4-FFF2-40B4-BE49-F238E27FC236}">
                    <a16:creationId xmlns:a16="http://schemas.microsoft.com/office/drawing/2014/main" id="{AD3A06A4-7D34-4D98-805E-CF37AAB54E6C}"/>
                  </a:ext>
                </a:extLst>
              </p:cNvPr>
              <p:cNvSpPr txBox="1"/>
              <p:nvPr/>
            </p:nvSpPr>
            <p:spPr>
              <a:xfrm>
                <a:off x="2539585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7" name="CaixaDeTexto 96">
                <a:extLst>
                  <a:ext uri="{FF2B5EF4-FFF2-40B4-BE49-F238E27FC236}">
                    <a16:creationId xmlns:a16="http://schemas.microsoft.com/office/drawing/2014/main" id="{AD3A06A4-7D34-4D98-805E-CF37AAB54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585" y="2798122"/>
                <a:ext cx="577419" cy="26488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CaixaDeTexto 97">
                <a:extLst>
                  <a:ext uri="{FF2B5EF4-FFF2-40B4-BE49-F238E27FC236}">
                    <a16:creationId xmlns:a16="http://schemas.microsoft.com/office/drawing/2014/main" id="{9040C703-0918-4464-B84B-29F5976163AF}"/>
                  </a:ext>
                </a:extLst>
              </p:cNvPr>
              <p:cNvSpPr txBox="1"/>
              <p:nvPr/>
            </p:nvSpPr>
            <p:spPr>
              <a:xfrm>
                <a:off x="4209513" y="1305808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CaixaDeTexto 97">
                <a:extLst>
                  <a:ext uri="{FF2B5EF4-FFF2-40B4-BE49-F238E27FC236}">
                    <a16:creationId xmlns:a16="http://schemas.microsoft.com/office/drawing/2014/main" id="{9040C703-0918-4464-B84B-29F59761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513" y="1305808"/>
                <a:ext cx="577419" cy="26488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CaixaDeTexto 98">
                <a:extLst>
                  <a:ext uri="{FF2B5EF4-FFF2-40B4-BE49-F238E27FC236}">
                    <a16:creationId xmlns:a16="http://schemas.microsoft.com/office/drawing/2014/main" id="{B7D86D02-3FDA-4F2B-AEDF-705C505DD422}"/>
                  </a:ext>
                </a:extLst>
              </p:cNvPr>
              <p:cNvSpPr txBox="1"/>
              <p:nvPr/>
            </p:nvSpPr>
            <p:spPr>
              <a:xfrm>
                <a:off x="3058319" y="1312794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9" name="CaixaDeTexto 98">
                <a:extLst>
                  <a:ext uri="{FF2B5EF4-FFF2-40B4-BE49-F238E27FC236}">
                    <a16:creationId xmlns:a16="http://schemas.microsoft.com/office/drawing/2014/main" id="{B7D86D02-3FDA-4F2B-AEDF-705C505DD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319" y="1312794"/>
                <a:ext cx="577419" cy="26488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CaixaDeTexto 99">
                <a:extLst>
                  <a:ext uri="{FF2B5EF4-FFF2-40B4-BE49-F238E27FC236}">
                    <a16:creationId xmlns:a16="http://schemas.microsoft.com/office/drawing/2014/main" id="{84DBBB68-D4B0-40A7-8D45-26B42521DA14}"/>
                  </a:ext>
                </a:extLst>
              </p:cNvPr>
              <p:cNvSpPr txBox="1"/>
              <p:nvPr/>
            </p:nvSpPr>
            <p:spPr>
              <a:xfrm>
                <a:off x="3632094" y="4123736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0" name="CaixaDeTexto 99">
                <a:extLst>
                  <a:ext uri="{FF2B5EF4-FFF2-40B4-BE49-F238E27FC236}">
                    <a16:creationId xmlns:a16="http://schemas.microsoft.com/office/drawing/2014/main" id="{84DBBB68-D4B0-40A7-8D45-26B42521D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2094" y="4123736"/>
                <a:ext cx="577419" cy="264881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71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Elipse 17">
            <a:extLst>
              <a:ext uri="{FF2B5EF4-FFF2-40B4-BE49-F238E27FC236}">
                <a16:creationId xmlns:a16="http://schemas.microsoft.com/office/drawing/2014/main" id="{3930E931-F8FF-4FB5-BB2D-A3F6127BBDD0}"/>
              </a:ext>
            </a:extLst>
          </p:cNvPr>
          <p:cNvSpPr/>
          <p:nvPr/>
        </p:nvSpPr>
        <p:spPr>
          <a:xfrm>
            <a:off x="2035834" y="37596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EC3F9F27-B1A0-4B0D-8BA0-527CF054F85B}"/>
              </a:ext>
            </a:extLst>
          </p:cNvPr>
          <p:cNvSpPr/>
          <p:nvPr/>
        </p:nvSpPr>
        <p:spPr>
          <a:xfrm>
            <a:off x="3209025" y="37596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2E26E1BB-B5AD-45B2-B01D-4E59035F8441}"/>
              </a:ext>
            </a:extLst>
          </p:cNvPr>
          <p:cNvSpPr/>
          <p:nvPr/>
        </p:nvSpPr>
        <p:spPr>
          <a:xfrm>
            <a:off x="4382218" y="37596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FF0B5FC9-F94C-46B7-A436-B55A397C5335}"/>
              </a:ext>
            </a:extLst>
          </p:cNvPr>
          <p:cNvCxnSpPr>
            <a:cxnSpLocks/>
          </p:cNvCxnSpPr>
          <p:nvPr/>
        </p:nvCxnSpPr>
        <p:spPr>
          <a:xfrm>
            <a:off x="2622430" y="1690777"/>
            <a:ext cx="0" cy="2362200"/>
          </a:xfrm>
          <a:prstGeom prst="line">
            <a:avLst/>
          </a:prstGeom>
          <a:ln>
            <a:head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Conector reto 31">
            <a:extLst>
              <a:ext uri="{FF2B5EF4-FFF2-40B4-BE49-F238E27FC236}">
                <a16:creationId xmlns:a16="http://schemas.microsoft.com/office/drawing/2014/main" id="{9EBCC2EA-1D45-47DB-877A-E05F91AED2E2}"/>
              </a:ext>
            </a:extLst>
          </p:cNvPr>
          <p:cNvCxnSpPr>
            <a:cxnSpLocks/>
          </p:cNvCxnSpPr>
          <p:nvPr/>
        </p:nvCxnSpPr>
        <p:spPr>
          <a:xfrm>
            <a:off x="3209026" y="1690777"/>
            <a:ext cx="0" cy="23622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23750380-3435-4D73-BB2E-9D16BB6D096D}"/>
              </a:ext>
            </a:extLst>
          </p:cNvPr>
          <p:cNvCxnSpPr>
            <a:cxnSpLocks/>
          </p:cNvCxnSpPr>
          <p:nvPr/>
        </p:nvCxnSpPr>
        <p:spPr>
          <a:xfrm>
            <a:off x="3795622" y="1690777"/>
            <a:ext cx="0" cy="23622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Conector reto 38">
            <a:extLst>
              <a:ext uri="{FF2B5EF4-FFF2-40B4-BE49-F238E27FC236}">
                <a16:creationId xmlns:a16="http://schemas.microsoft.com/office/drawing/2014/main" id="{165D9810-C214-427F-BE44-8F01378E9938}"/>
              </a:ext>
            </a:extLst>
          </p:cNvPr>
          <p:cNvCxnSpPr>
            <a:cxnSpLocks/>
          </p:cNvCxnSpPr>
          <p:nvPr/>
        </p:nvCxnSpPr>
        <p:spPr>
          <a:xfrm>
            <a:off x="4382218" y="1690777"/>
            <a:ext cx="0" cy="23622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Conector reto 40">
            <a:extLst>
              <a:ext uri="{FF2B5EF4-FFF2-40B4-BE49-F238E27FC236}">
                <a16:creationId xmlns:a16="http://schemas.microsoft.com/office/drawing/2014/main" id="{897020E8-94B4-431E-A589-28FA461CD1C8}"/>
              </a:ext>
            </a:extLst>
          </p:cNvPr>
          <p:cNvCxnSpPr>
            <a:cxnSpLocks/>
            <a:endCxn id="22" idx="4"/>
          </p:cNvCxnSpPr>
          <p:nvPr/>
        </p:nvCxnSpPr>
        <p:spPr>
          <a:xfrm flipH="1">
            <a:off x="4675516" y="4346275"/>
            <a:ext cx="861684" cy="0"/>
          </a:xfrm>
          <a:prstGeom prst="line">
            <a:avLst/>
          </a:prstGeom>
          <a:ln>
            <a:head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CaixaDeTexto 79">
                <a:extLst>
                  <a:ext uri="{FF2B5EF4-FFF2-40B4-BE49-F238E27FC236}">
                    <a16:creationId xmlns:a16="http://schemas.microsoft.com/office/drawing/2014/main" id="{161FA45C-8849-4734-BBAD-8C8B213D9C1C}"/>
                  </a:ext>
                </a:extLst>
              </p:cNvPr>
              <p:cNvSpPr txBox="1"/>
              <p:nvPr/>
            </p:nvSpPr>
            <p:spPr>
              <a:xfrm>
                <a:off x="3213614" y="39298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0" name="CaixaDeTexto 79">
                <a:extLst>
                  <a:ext uri="{FF2B5EF4-FFF2-40B4-BE49-F238E27FC236}">
                    <a16:creationId xmlns:a16="http://schemas.microsoft.com/office/drawing/2014/main" id="{161FA45C-8849-4734-BBAD-8C8B213D9C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3614" y="3929867"/>
                <a:ext cx="577419" cy="24622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CaixaDeTexto 84">
                <a:extLst>
                  <a:ext uri="{FF2B5EF4-FFF2-40B4-BE49-F238E27FC236}">
                    <a16:creationId xmlns:a16="http://schemas.microsoft.com/office/drawing/2014/main" id="{0684682D-B126-4E27-B613-7F1EEA9E8E78}"/>
                  </a:ext>
                </a:extLst>
              </p:cNvPr>
              <p:cNvSpPr txBox="1"/>
              <p:nvPr/>
            </p:nvSpPr>
            <p:spPr>
              <a:xfrm>
                <a:off x="2040423" y="39298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CaixaDeTexto 84">
                <a:extLst>
                  <a:ext uri="{FF2B5EF4-FFF2-40B4-BE49-F238E27FC236}">
                    <a16:creationId xmlns:a16="http://schemas.microsoft.com/office/drawing/2014/main" id="{0684682D-B126-4E27-B613-7F1EEA9E8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0423" y="3929867"/>
                <a:ext cx="577419" cy="2462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CaixaDeTexto 85">
                <a:extLst>
                  <a:ext uri="{FF2B5EF4-FFF2-40B4-BE49-F238E27FC236}">
                    <a16:creationId xmlns:a16="http://schemas.microsoft.com/office/drawing/2014/main" id="{9FB581BC-C1A1-4598-96EA-92ABDDBEE12E}"/>
                  </a:ext>
                </a:extLst>
              </p:cNvPr>
              <p:cNvSpPr txBox="1"/>
              <p:nvPr/>
            </p:nvSpPr>
            <p:spPr>
              <a:xfrm>
                <a:off x="4386807" y="39298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6" name="CaixaDeTexto 85">
                <a:extLst>
                  <a:ext uri="{FF2B5EF4-FFF2-40B4-BE49-F238E27FC236}">
                    <a16:creationId xmlns:a16="http://schemas.microsoft.com/office/drawing/2014/main" id="{9FB581BC-C1A1-4598-96EA-92ABDDBEE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6807" y="3929867"/>
                <a:ext cx="577419" cy="24622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Conector de Seta Reta 89">
            <a:extLst>
              <a:ext uri="{FF2B5EF4-FFF2-40B4-BE49-F238E27FC236}">
                <a16:creationId xmlns:a16="http://schemas.microsoft.com/office/drawing/2014/main" id="{609F7F7D-0F9B-40CB-A499-FE2761C8F316}"/>
              </a:ext>
            </a:extLst>
          </p:cNvPr>
          <p:cNvCxnSpPr>
            <a:cxnSpLocks/>
          </p:cNvCxnSpPr>
          <p:nvPr/>
        </p:nvCxnSpPr>
        <p:spPr>
          <a:xfrm>
            <a:off x="2622430" y="274805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Conector de Seta Reta 90">
            <a:extLst>
              <a:ext uri="{FF2B5EF4-FFF2-40B4-BE49-F238E27FC236}">
                <a16:creationId xmlns:a16="http://schemas.microsoft.com/office/drawing/2014/main" id="{238DC009-804B-4DB7-ADEA-ACDFB3D9AE7E}"/>
              </a:ext>
            </a:extLst>
          </p:cNvPr>
          <p:cNvCxnSpPr/>
          <p:nvPr/>
        </p:nvCxnSpPr>
        <p:spPr>
          <a:xfrm>
            <a:off x="3209138" y="274805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Conector de Seta Reta 91">
            <a:extLst>
              <a:ext uri="{FF2B5EF4-FFF2-40B4-BE49-F238E27FC236}">
                <a16:creationId xmlns:a16="http://schemas.microsoft.com/office/drawing/2014/main" id="{DF84A0FA-CA4A-4F29-B115-6787740C6777}"/>
              </a:ext>
            </a:extLst>
          </p:cNvPr>
          <p:cNvCxnSpPr>
            <a:cxnSpLocks/>
          </p:cNvCxnSpPr>
          <p:nvPr/>
        </p:nvCxnSpPr>
        <p:spPr>
          <a:xfrm>
            <a:off x="3794381" y="274805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Conector de Seta Reta 92">
            <a:extLst>
              <a:ext uri="{FF2B5EF4-FFF2-40B4-BE49-F238E27FC236}">
                <a16:creationId xmlns:a16="http://schemas.microsoft.com/office/drawing/2014/main" id="{8003701C-EB29-458A-9E4A-28A19BA66E77}"/>
              </a:ext>
            </a:extLst>
          </p:cNvPr>
          <p:cNvCxnSpPr/>
          <p:nvPr/>
        </p:nvCxnSpPr>
        <p:spPr>
          <a:xfrm>
            <a:off x="4382218" y="274805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CaixaDeTexto 93">
                <a:extLst>
                  <a:ext uri="{FF2B5EF4-FFF2-40B4-BE49-F238E27FC236}">
                    <a16:creationId xmlns:a16="http://schemas.microsoft.com/office/drawing/2014/main" id="{FE401C13-D9CB-4919-A2FF-7DD145659BCF}"/>
                  </a:ext>
                </a:extLst>
              </p:cNvPr>
              <p:cNvSpPr txBox="1"/>
              <p:nvPr/>
            </p:nvSpPr>
            <p:spPr>
              <a:xfrm>
                <a:off x="4299352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4" name="CaixaDeTexto 93">
                <a:extLst>
                  <a:ext uri="{FF2B5EF4-FFF2-40B4-BE49-F238E27FC236}">
                    <a16:creationId xmlns:a16="http://schemas.microsoft.com/office/drawing/2014/main" id="{FE401C13-D9CB-4919-A2FF-7DD145659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9352" y="2798122"/>
                <a:ext cx="577419" cy="26488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CaixaDeTexto 94">
                <a:extLst>
                  <a:ext uri="{FF2B5EF4-FFF2-40B4-BE49-F238E27FC236}">
                    <a16:creationId xmlns:a16="http://schemas.microsoft.com/office/drawing/2014/main" id="{BB36D46C-D091-45F5-9681-EA6FC7D18FAA}"/>
                  </a:ext>
                </a:extLst>
              </p:cNvPr>
              <p:cNvSpPr txBox="1"/>
              <p:nvPr/>
            </p:nvSpPr>
            <p:spPr>
              <a:xfrm>
                <a:off x="3739887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5" name="CaixaDeTexto 94">
                <a:extLst>
                  <a:ext uri="{FF2B5EF4-FFF2-40B4-BE49-F238E27FC236}">
                    <a16:creationId xmlns:a16="http://schemas.microsoft.com/office/drawing/2014/main" id="{BB36D46C-D091-45F5-9681-EA6FC7D18F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9887" y="2798122"/>
                <a:ext cx="577419" cy="26488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CaixaDeTexto 95">
                <a:extLst>
                  <a:ext uri="{FF2B5EF4-FFF2-40B4-BE49-F238E27FC236}">
                    <a16:creationId xmlns:a16="http://schemas.microsoft.com/office/drawing/2014/main" id="{AF413E51-857A-4DFB-9FA5-C8255AC541E1}"/>
                  </a:ext>
                </a:extLst>
              </p:cNvPr>
              <p:cNvSpPr txBox="1"/>
              <p:nvPr/>
            </p:nvSpPr>
            <p:spPr>
              <a:xfrm>
                <a:off x="3066546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6" name="CaixaDeTexto 95">
                <a:extLst>
                  <a:ext uri="{FF2B5EF4-FFF2-40B4-BE49-F238E27FC236}">
                    <a16:creationId xmlns:a16="http://schemas.microsoft.com/office/drawing/2014/main" id="{AF413E51-857A-4DFB-9FA5-C8255AC54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6546" y="2798122"/>
                <a:ext cx="577419" cy="26488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CaixaDeTexto 96">
                <a:extLst>
                  <a:ext uri="{FF2B5EF4-FFF2-40B4-BE49-F238E27FC236}">
                    <a16:creationId xmlns:a16="http://schemas.microsoft.com/office/drawing/2014/main" id="{AD3A06A4-7D34-4D98-805E-CF37AAB54E6C}"/>
                  </a:ext>
                </a:extLst>
              </p:cNvPr>
              <p:cNvSpPr txBox="1"/>
              <p:nvPr/>
            </p:nvSpPr>
            <p:spPr>
              <a:xfrm>
                <a:off x="2539585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7" name="CaixaDeTexto 96">
                <a:extLst>
                  <a:ext uri="{FF2B5EF4-FFF2-40B4-BE49-F238E27FC236}">
                    <a16:creationId xmlns:a16="http://schemas.microsoft.com/office/drawing/2014/main" id="{AD3A06A4-7D34-4D98-805E-CF37AAB54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585" y="2798122"/>
                <a:ext cx="577419" cy="26488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ector reto 41">
            <a:extLst>
              <a:ext uri="{FF2B5EF4-FFF2-40B4-BE49-F238E27FC236}">
                <a16:creationId xmlns:a16="http://schemas.microsoft.com/office/drawing/2014/main" id="{D29E849B-C8A6-486E-9D32-A92DADDBBEA0}"/>
              </a:ext>
            </a:extLst>
          </p:cNvPr>
          <p:cNvCxnSpPr>
            <a:cxnSpLocks/>
          </p:cNvCxnSpPr>
          <p:nvPr/>
        </p:nvCxnSpPr>
        <p:spPr>
          <a:xfrm>
            <a:off x="1463675" y="4346275"/>
            <a:ext cx="860400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B0FFFCF9-099B-405B-8C5B-3031F65FA156}"/>
              </a:ext>
            </a:extLst>
          </p:cNvPr>
          <p:cNvCxnSpPr/>
          <p:nvPr/>
        </p:nvCxnSpPr>
        <p:spPr>
          <a:xfrm>
            <a:off x="1463675" y="4202934"/>
            <a:ext cx="0" cy="28668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Conector reto 49">
            <a:extLst>
              <a:ext uri="{FF2B5EF4-FFF2-40B4-BE49-F238E27FC236}">
                <a16:creationId xmlns:a16="http://schemas.microsoft.com/office/drawing/2014/main" id="{7726C398-78F6-4BF0-872A-2B640F81BA3B}"/>
              </a:ext>
            </a:extLst>
          </p:cNvPr>
          <p:cNvCxnSpPr>
            <a:cxnSpLocks/>
          </p:cNvCxnSpPr>
          <p:nvPr/>
        </p:nvCxnSpPr>
        <p:spPr>
          <a:xfrm flipH="1">
            <a:off x="1372762" y="4207696"/>
            <a:ext cx="90000" cy="90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Conector reto 51">
            <a:extLst>
              <a:ext uri="{FF2B5EF4-FFF2-40B4-BE49-F238E27FC236}">
                <a16:creationId xmlns:a16="http://schemas.microsoft.com/office/drawing/2014/main" id="{56B425EF-261C-4BFF-9BEF-34AEBEDC7F81}"/>
              </a:ext>
            </a:extLst>
          </p:cNvPr>
          <p:cNvCxnSpPr>
            <a:cxnSpLocks/>
          </p:cNvCxnSpPr>
          <p:nvPr/>
        </p:nvCxnSpPr>
        <p:spPr>
          <a:xfrm flipH="1">
            <a:off x="1372762" y="4296872"/>
            <a:ext cx="90000" cy="90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Conector reto 52">
            <a:extLst>
              <a:ext uri="{FF2B5EF4-FFF2-40B4-BE49-F238E27FC236}">
                <a16:creationId xmlns:a16="http://schemas.microsoft.com/office/drawing/2014/main" id="{2E7D8AD9-70DB-4D27-B019-D89C8EF409CE}"/>
              </a:ext>
            </a:extLst>
          </p:cNvPr>
          <p:cNvCxnSpPr>
            <a:cxnSpLocks/>
          </p:cNvCxnSpPr>
          <p:nvPr/>
        </p:nvCxnSpPr>
        <p:spPr>
          <a:xfrm flipH="1">
            <a:off x="1373674" y="4381275"/>
            <a:ext cx="90000" cy="90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Conector reto 53">
            <a:extLst>
              <a:ext uri="{FF2B5EF4-FFF2-40B4-BE49-F238E27FC236}">
                <a16:creationId xmlns:a16="http://schemas.microsoft.com/office/drawing/2014/main" id="{B434F757-6562-4A68-89FA-CB67975A8019}"/>
              </a:ext>
            </a:extLst>
          </p:cNvPr>
          <p:cNvCxnSpPr>
            <a:cxnSpLocks/>
          </p:cNvCxnSpPr>
          <p:nvPr/>
        </p:nvCxnSpPr>
        <p:spPr>
          <a:xfrm flipH="1">
            <a:off x="1373674" y="4476048"/>
            <a:ext cx="90000" cy="90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CaixaDeTexto 55">
                <a:extLst>
                  <a:ext uri="{FF2B5EF4-FFF2-40B4-BE49-F238E27FC236}">
                    <a16:creationId xmlns:a16="http://schemas.microsoft.com/office/drawing/2014/main" id="{DE4EF16F-0DE5-4439-82F3-5A7BEBC3DE0E}"/>
                  </a:ext>
                </a:extLst>
              </p:cNvPr>
              <p:cNvSpPr txBox="1"/>
              <p:nvPr/>
            </p:nvSpPr>
            <p:spPr>
              <a:xfrm>
                <a:off x="5352209" y="4164431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6" name="CaixaDeTexto 55">
                <a:extLst>
                  <a:ext uri="{FF2B5EF4-FFF2-40B4-BE49-F238E27FC236}">
                    <a16:creationId xmlns:a16="http://schemas.microsoft.com/office/drawing/2014/main" id="{DE4EF16F-0DE5-4439-82F3-5A7BEBC3D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2209" y="4164431"/>
                <a:ext cx="577419" cy="26488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75B43D06-1195-4372-A085-DE20407AA23F}"/>
                  </a:ext>
                </a:extLst>
              </p:cNvPr>
              <p:cNvSpPr txBox="1"/>
              <p:nvPr/>
            </p:nvSpPr>
            <p:spPr>
              <a:xfrm>
                <a:off x="1323522" y="4076340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75B43D06-1195-4372-A085-DE20407AA2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3522" y="4076340"/>
                <a:ext cx="577419" cy="26488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" name="Conector de Seta Reta 57">
            <a:extLst>
              <a:ext uri="{FF2B5EF4-FFF2-40B4-BE49-F238E27FC236}">
                <a16:creationId xmlns:a16="http://schemas.microsoft.com/office/drawing/2014/main" id="{19B15ECC-3386-45FD-93B3-4B3B27FF5CEC}"/>
              </a:ext>
            </a:extLst>
          </p:cNvPr>
          <p:cNvCxnSpPr>
            <a:cxnSpLocks/>
          </p:cNvCxnSpPr>
          <p:nvPr/>
        </p:nvCxnSpPr>
        <p:spPr>
          <a:xfrm rot="5400000">
            <a:off x="1701114" y="4216459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Retângulo 15">
            <a:extLst>
              <a:ext uri="{FF2B5EF4-FFF2-40B4-BE49-F238E27FC236}">
                <a16:creationId xmlns:a16="http://schemas.microsoft.com/office/drawing/2014/main" id="{6E2A14EB-88D7-4AA6-AD1D-2B14EE989C21}"/>
              </a:ext>
            </a:extLst>
          </p:cNvPr>
          <p:cNvSpPr/>
          <p:nvPr/>
        </p:nvSpPr>
        <p:spPr>
          <a:xfrm>
            <a:off x="1959276" y="1112893"/>
            <a:ext cx="3086094" cy="570466"/>
          </a:xfrm>
          <a:prstGeom prst="rect">
            <a:avLst/>
          </a:prstGeom>
          <a:noFill/>
          <a:ln w="1270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D4774D1D-5F08-420E-8821-966BAB8C5A00}"/>
              </a:ext>
            </a:extLst>
          </p:cNvPr>
          <p:cNvSpPr/>
          <p:nvPr/>
        </p:nvSpPr>
        <p:spPr>
          <a:xfrm>
            <a:off x="2622430" y="1397479"/>
            <a:ext cx="586596" cy="58659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77ADFB40-E940-48F0-8D7B-5DB8494A3B2C}"/>
              </a:ext>
            </a:extLst>
          </p:cNvPr>
          <p:cNvSpPr/>
          <p:nvPr/>
        </p:nvSpPr>
        <p:spPr>
          <a:xfrm>
            <a:off x="3795621" y="1397479"/>
            <a:ext cx="586596" cy="58659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CaixaDeTexto 82">
                <a:extLst>
                  <a:ext uri="{FF2B5EF4-FFF2-40B4-BE49-F238E27FC236}">
                    <a16:creationId xmlns:a16="http://schemas.microsoft.com/office/drawing/2014/main" id="{E4F26578-957C-4DEC-8A73-643B62840241}"/>
                  </a:ext>
                </a:extLst>
              </p:cNvPr>
              <p:cNvSpPr txBox="1"/>
              <p:nvPr/>
            </p:nvSpPr>
            <p:spPr>
              <a:xfrm>
                <a:off x="2627019" y="15676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3" name="CaixaDeTexto 82">
                <a:extLst>
                  <a:ext uri="{FF2B5EF4-FFF2-40B4-BE49-F238E27FC236}">
                    <a16:creationId xmlns:a16="http://schemas.microsoft.com/office/drawing/2014/main" id="{E4F26578-957C-4DEC-8A73-643B62840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019" y="1567667"/>
                <a:ext cx="577419" cy="246221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CaixaDeTexto 83">
                <a:extLst>
                  <a:ext uri="{FF2B5EF4-FFF2-40B4-BE49-F238E27FC236}">
                    <a16:creationId xmlns:a16="http://schemas.microsoft.com/office/drawing/2014/main" id="{EF50685A-378A-4B15-8835-4B7ED5175ED9}"/>
                  </a:ext>
                </a:extLst>
              </p:cNvPr>
              <p:cNvSpPr txBox="1"/>
              <p:nvPr/>
            </p:nvSpPr>
            <p:spPr>
              <a:xfrm>
                <a:off x="3800210" y="15676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4" name="CaixaDeTexto 83">
                <a:extLst>
                  <a:ext uri="{FF2B5EF4-FFF2-40B4-BE49-F238E27FC236}">
                    <a16:creationId xmlns:a16="http://schemas.microsoft.com/office/drawing/2014/main" id="{EF50685A-378A-4B15-8835-4B7ED5175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210" y="1567667"/>
                <a:ext cx="577419" cy="2462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Conector reto 60">
            <a:extLst>
              <a:ext uri="{FF2B5EF4-FFF2-40B4-BE49-F238E27FC236}">
                <a16:creationId xmlns:a16="http://schemas.microsoft.com/office/drawing/2014/main" id="{E2176CCC-CC34-4D0C-BA4C-C3B6CECF8AD9}"/>
              </a:ext>
            </a:extLst>
          </p:cNvPr>
          <p:cNvCxnSpPr>
            <a:cxnSpLocks/>
          </p:cNvCxnSpPr>
          <p:nvPr/>
        </p:nvCxnSpPr>
        <p:spPr>
          <a:xfrm>
            <a:off x="3491098" y="542428"/>
            <a:ext cx="0" cy="57046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Conector reto 61">
            <a:extLst>
              <a:ext uri="{FF2B5EF4-FFF2-40B4-BE49-F238E27FC236}">
                <a16:creationId xmlns:a16="http://schemas.microsoft.com/office/drawing/2014/main" id="{084D6812-C86B-4C2E-BFD6-82E1AD5738A4}"/>
              </a:ext>
            </a:extLst>
          </p:cNvPr>
          <p:cNvCxnSpPr/>
          <p:nvPr/>
        </p:nvCxnSpPr>
        <p:spPr>
          <a:xfrm rot="5400000">
            <a:off x="3491098" y="399087"/>
            <a:ext cx="0" cy="28668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Conector reto 62">
            <a:extLst>
              <a:ext uri="{FF2B5EF4-FFF2-40B4-BE49-F238E27FC236}">
                <a16:creationId xmlns:a16="http://schemas.microsoft.com/office/drawing/2014/main" id="{A6499AA9-67EE-4042-A194-106F8A719F19}"/>
              </a:ext>
            </a:extLst>
          </p:cNvPr>
          <p:cNvCxnSpPr>
            <a:cxnSpLocks/>
          </p:cNvCxnSpPr>
          <p:nvPr/>
        </p:nvCxnSpPr>
        <p:spPr>
          <a:xfrm rot="5400000" flipH="1">
            <a:off x="3539677" y="451515"/>
            <a:ext cx="90000" cy="90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Conector reto 63">
            <a:extLst>
              <a:ext uri="{FF2B5EF4-FFF2-40B4-BE49-F238E27FC236}">
                <a16:creationId xmlns:a16="http://schemas.microsoft.com/office/drawing/2014/main" id="{12ABEA4B-5DE9-472F-A9C2-063B6B7F3E90}"/>
              </a:ext>
            </a:extLst>
          </p:cNvPr>
          <p:cNvCxnSpPr>
            <a:cxnSpLocks/>
          </p:cNvCxnSpPr>
          <p:nvPr/>
        </p:nvCxnSpPr>
        <p:spPr>
          <a:xfrm rot="5400000" flipH="1">
            <a:off x="3450501" y="451515"/>
            <a:ext cx="90000" cy="90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Conector reto 64">
            <a:extLst>
              <a:ext uri="{FF2B5EF4-FFF2-40B4-BE49-F238E27FC236}">
                <a16:creationId xmlns:a16="http://schemas.microsoft.com/office/drawing/2014/main" id="{599F7FE3-6472-4024-99A1-EF14AE59F16B}"/>
              </a:ext>
            </a:extLst>
          </p:cNvPr>
          <p:cNvCxnSpPr>
            <a:cxnSpLocks/>
          </p:cNvCxnSpPr>
          <p:nvPr/>
        </p:nvCxnSpPr>
        <p:spPr>
          <a:xfrm rot="5400000" flipH="1">
            <a:off x="3366098" y="452427"/>
            <a:ext cx="90000" cy="90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Conector reto 65">
            <a:extLst>
              <a:ext uri="{FF2B5EF4-FFF2-40B4-BE49-F238E27FC236}">
                <a16:creationId xmlns:a16="http://schemas.microsoft.com/office/drawing/2014/main" id="{4BE8B32E-3F80-45F2-B9CA-3269EC236E58}"/>
              </a:ext>
            </a:extLst>
          </p:cNvPr>
          <p:cNvCxnSpPr>
            <a:cxnSpLocks/>
          </p:cNvCxnSpPr>
          <p:nvPr/>
        </p:nvCxnSpPr>
        <p:spPr>
          <a:xfrm rot="5400000" flipH="1">
            <a:off x="3271325" y="452427"/>
            <a:ext cx="90000" cy="900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Conector de Seta Reta 66">
            <a:extLst>
              <a:ext uri="{FF2B5EF4-FFF2-40B4-BE49-F238E27FC236}">
                <a16:creationId xmlns:a16="http://schemas.microsoft.com/office/drawing/2014/main" id="{4A203FED-1045-475A-9D8D-D02BA42A65D3}"/>
              </a:ext>
            </a:extLst>
          </p:cNvPr>
          <p:cNvCxnSpPr>
            <a:cxnSpLocks/>
          </p:cNvCxnSpPr>
          <p:nvPr/>
        </p:nvCxnSpPr>
        <p:spPr>
          <a:xfrm rot="10800000">
            <a:off x="3490739" y="656042"/>
            <a:ext cx="0" cy="247650"/>
          </a:xfrm>
          <a:prstGeom prst="straightConnector1">
            <a:avLst/>
          </a:prstGeom>
          <a:ln w="190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CaixaDeTexto 71">
                <a:extLst>
                  <a:ext uri="{FF2B5EF4-FFF2-40B4-BE49-F238E27FC236}">
                    <a16:creationId xmlns:a16="http://schemas.microsoft.com/office/drawing/2014/main" id="{338F8913-DA83-4C0D-80E4-AC342BC2BD92}"/>
                  </a:ext>
                </a:extLst>
              </p:cNvPr>
              <p:cNvSpPr txBox="1"/>
              <p:nvPr/>
            </p:nvSpPr>
            <p:spPr>
              <a:xfrm>
                <a:off x="3347757" y="523100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2" name="CaixaDeTexto 71">
                <a:extLst>
                  <a:ext uri="{FF2B5EF4-FFF2-40B4-BE49-F238E27FC236}">
                    <a16:creationId xmlns:a16="http://schemas.microsoft.com/office/drawing/2014/main" id="{338F8913-DA83-4C0D-80E4-AC342BC2BD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757" y="523100"/>
                <a:ext cx="577419" cy="264881"/>
              </a:xfrm>
              <a:prstGeom prst="rect">
                <a:avLst/>
              </a:prstGeom>
              <a:blipFill>
                <a:blip r:embed="rId21"/>
                <a:stretch>
                  <a:fillRect t="-69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Conector reto 73">
            <a:extLst>
              <a:ext uri="{FF2B5EF4-FFF2-40B4-BE49-F238E27FC236}">
                <a16:creationId xmlns:a16="http://schemas.microsoft.com/office/drawing/2014/main" id="{CBCD59B5-A592-4DC0-8CBE-619115EEA0AF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3502323" y="1683359"/>
            <a:ext cx="0" cy="377082"/>
          </a:xfrm>
          <a:prstGeom prst="line">
            <a:avLst/>
          </a:prstGeom>
          <a:ln>
            <a:head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CaixaDeTexto 74">
                <a:extLst>
                  <a:ext uri="{FF2B5EF4-FFF2-40B4-BE49-F238E27FC236}">
                    <a16:creationId xmlns:a16="http://schemas.microsoft.com/office/drawing/2014/main" id="{9ACFD6A7-0DFD-4583-83DA-AE06E1FC2A4E}"/>
                  </a:ext>
                </a:extLst>
              </p:cNvPr>
              <p:cNvSpPr txBox="1"/>
              <p:nvPr/>
            </p:nvSpPr>
            <p:spPr>
              <a:xfrm>
                <a:off x="3316325" y="1967945"/>
                <a:ext cx="577419" cy="2547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𝑚𝑡</m:t>
                      </m:r>
                      <m:acc>
                        <m:accPr>
                          <m:chr m:val="⃗"/>
                          <m:ctrlPr>
                            <a:rPr lang="pt-BR" sz="1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e>
                      </m:acc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5" name="CaixaDeTexto 74">
                <a:extLst>
                  <a:ext uri="{FF2B5EF4-FFF2-40B4-BE49-F238E27FC236}">
                    <a16:creationId xmlns:a16="http://schemas.microsoft.com/office/drawing/2014/main" id="{9ACFD6A7-0DFD-4583-83DA-AE06E1FC2A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6325" y="1967945"/>
                <a:ext cx="577419" cy="254750"/>
              </a:xfrm>
              <a:prstGeom prst="rect">
                <a:avLst/>
              </a:prstGeom>
              <a:blipFill>
                <a:blip r:embed="rId22"/>
                <a:stretch>
                  <a:fillRect t="-4762" r="-4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EAE33A46-362B-4E45-A02D-6E9476E930E1}"/>
              </a:ext>
            </a:extLst>
          </p:cNvPr>
          <p:cNvCxnSpPr>
            <a:cxnSpLocks/>
          </p:cNvCxnSpPr>
          <p:nvPr/>
        </p:nvCxnSpPr>
        <p:spPr>
          <a:xfrm>
            <a:off x="1754242" y="1683359"/>
            <a:ext cx="0" cy="236961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C1A9EB4E-9023-4A8D-B45D-0CBC62D47097}"/>
              </a:ext>
            </a:extLst>
          </p:cNvPr>
          <p:cNvCxnSpPr/>
          <p:nvPr/>
        </p:nvCxnSpPr>
        <p:spPr>
          <a:xfrm>
            <a:off x="1649014" y="1683359"/>
            <a:ext cx="25376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Conector reto 50">
            <a:extLst>
              <a:ext uri="{FF2B5EF4-FFF2-40B4-BE49-F238E27FC236}">
                <a16:creationId xmlns:a16="http://schemas.microsoft.com/office/drawing/2014/main" id="{B1CFCD5D-240D-4DE9-A39F-93430DC08381}"/>
              </a:ext>
            </a:extLst>
          </p:cNvPr>
          <p:cNvCxnSpPr/>
          <p:nvPr/>
        </p:nvCxnSpPr>
        <p:spPr>
          <a:xfrm>
            <a:off x="1649014" y="4048222"/>
            <a:ext cx="25376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3EE042DF-1593-4436-BE19-7053D8D67A60}"/>
              </a:ext>
            </a:extLst>
          </p:cNvPr>
          <p:cNvSpPr txBox="1"/>
          <p:nvPr/>
        </p:nvSpPr>
        <p:spPr>
          <a:xfrm>
            <a:off x="1375571" y="2798122"/>
            <a:ext cx="5774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</a:t>
            </a:r>
          </a:p>
        </p:txBody>
      </p:sp>
    </p:spTree>
    <p:extLst>
      <p:ext uri="{BB962C8B-B14F-4D97-AF65-F5344CB8AC3E}">
        <p14:creationId xmlns:p14="http://schemas.microsoft.com/office/powerpoint/2010/main" val="2023424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Elipse 17">
            <a:extLst>
              <a:ext uri="{FF2B5EF4-FFF2-40B4-BE49-F238E27FC236}">
                <a16:creationId xmlns:a16="http://schemas.microsoft.com/office/drawing/2014/main" id="{3930E931-F8FF-4FB5-BB2D-A3F6127BBDD0}"/>
              </a:ext>
            </a:extLst>
          </p:cNvPr>
          <p:cNvSpPr/>
          <p:nvPr/>
        </p:nvSpPr>
        <p:spPr>
          <a:xfrm>
            <a:off x="2035834" y="37596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EC3F9F27-B1A0-4B0D-8BA0-527CF054F85B}"/>
              </a:ext>
            </a:extLst>
          </p:cNvPr>
          <p:cNvSpPr/>
          <p:nvPr/>
        </p:nvSpPr>
        <p:spPr>
          <a:xfrm>
            <a:off x="3209025" y="3759679"/>
            <a:ext cx="586596" cy="586596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2E26E1BB-B5AD-45B2-B01D-4E59035F8441}"/>
              </a:ext>
            </a:extLst>
          </p:cNvPr>
          <p:cNvSpPr/>
          <p:nvPr/>
        </p:nvSpPr>
        <p:spPr>
          <a:xfrm>
            <a:off x="4382218" y="37596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FF0B5FC9-F94C-46B7-A436-B55A397C5335}"/>
              </a:ext>
            </a:extLst>
          </p:cNvPr>
          <p:cNvCxnSpPr>
            <a:cxnSpLocks/>
          </p:cNvCxnSpPr>
          <p:nvPr/>
        </p:nvCxnSpPr>
        <p:spPr>
          <a:xfrm>
            <a:off x="2622430" y="1690777"/>
            <a:ext cx="0" cy="2362200"/>
          </a:xfrm>
          <a:prstGeom prst="line">
            <a:avLst/>
          </a:prstGeom>
          <a:ln>
            <a:head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Conector reto 31">
            <a:extLst>
              <a:ext uri="{FF2B5EF4-FFF2-40B4-BE49-F238E27FC236}">
                <a16:creationId xmlns:a16="http://schemas.microsoft.com/office/drawing/2014/main" id="{9EBCC2EA-1D45-47DB-877A-E05F91AED2E2}"/>
              </a:ext>
            </a:extLst>
          </p:cNvPr>
          <p:cNvCxnSpPr>
            <a:cxnSpLocks/>
          </p:cNvCxnSpPr>
          <p:nvPr/>
        </p:nvCxnSpPr>
        <p:spPr>
          <a:xfrm>
            <a:off x="3209026" y="1690777"/>
            <a:ext cx="0" cy="23622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ector reto 36">
            <a:extLst>
              <a:ext uri="{FF2B5EF4-FFF2-40B4-BE49-F238E27FC236}">
                <a16:creationId xmlns:a16="http://schemas.microsoft.com/office/drawing/2014/main" id="{23750380-3435-4D73-BB2E-9D16BB6D096D}"/>
              </a:ext>
            </a:extLst>
          </p:cNvPr>
          <p:cNvCxnSpPr>
            <a:cxnSpLocks/>
          </p:cNvCxnSpPr>
          <p:nvPr/>
        </p:nvCxnSpPr>
        <p:spPr>
          <a:xfrm>
            <a:off x="3795622" y="1690777"/>
            <a:ext cx="0" cy="23622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Conector reto 38">
            <a:extLst>
              <a:ext uri="{FF2B5EF4-FFF2-40B4-BE49-F238E27FC236}">
                <a16:creationId xmlns:a16="http://schemas.microsoft.com/office/drawing/2014/main" id="{165D9810-C214-427F-BE44-8F01378E9938}"/>
              </a:ext>
            </a:extLst>
          </p:cNvPr>
          <p:cNvCxnSpPr>
            <a:cxnSpLocks/>
          </p:cNvCxnSpPr>
          <p:nvPr/>
        </p:nvCxnSpPr>
        <p:spPr>
          <a:xfrm>
            <a:off x="4382218" y="1690777"/>
            <a:ext cx="0" cy="23622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Conector reto 40">
            <a:extLst>
              <a:ext uri="{FF2B5EF4-FFF2-40B4-BE49-F238E27FC236}">
                <a16:creationId xmlns:a16="http://schemas.microsoft.com/office/drawing/2014/main" id="{897020E8-94B4-431E-A589-28FA461CD1C8}"/>
              </a:ext>
            </a:extLst>
          </p:cNvPr>
          <p:cNvCxnSpPr>
            <a:cxnSpLocks/>
            <a:endCxn id="22" idx="4"/>
          </p:cNvCxnSpPr>
          <p:nvPr/>
        </p:nvCxnSpPr>
        <p:spPr>
          <a:xfrm flipH="1">
            <a:off x="4675516" y="4346275"/>
            <a:ext cx="861684" cy="0"/>
          </a:xfrm>
          <a:prstGeom prst="line">
            <a:avLst/>
          </a:prstGeom>
          <a:ln>
            <a:head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Conector de Seta Reta 90">
            <a:extLst>
              <a:ext uri="{FF2B5EF4-FFF2-40B4-BE49-F238E27FC236}">
                <a16:creationId xmlns:a16="http://schemas.microsoft.com/office/drawing/2014/main" id="{238DC009-804B-4DB7-ADEA-ACDFB3D9AE7E}"/>
              </a:ext>
            </a:extLst>
          </p:cNvPr>
          <p:cNvCxnSpPr/>
          <p:nvPr/>
        </p:nvCxnSpPr>
        <p:spPr>
          <a:xfrm>
            <a:off x="3209138" y="2748052"/>
            <a:ext cx="0" cy="247650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Conector de Seta Reta 91">
            <a:extLst>
              <a:ext uri="{FF2B5EF4-FFF2-40B4-BE49-F238E27FC236}">
                <a16:creationId xmlns:a16="http://schemas.microsoft.com/office/drawing/2014/main" id="{DF84A0FA-CA4A-4F29-B115-6787740C6777}"/>
              </a:ext>
            </a:extLst>
          </p:cNvPr>
          <p:cNvCxnSpPr>
            <a:cxnSpLocks/>
          </p:cNvCxnSpPr>
          <p:nvPr/>
        </p:nvCxnSpPr>
        <p:spPr>
          <a:xfrm>
            <a:off x="3794381" y="2748052"/>
            <a:ext cx="0" cy="247650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5" name="CaixaDeTexto 94">
                <a:extLst>
                  <a:ext uri="{FF2B5EF4-FFF2-40B4-BE49-F238E27FC236}">
                    <a16:creationId xmlns:a16="http://schemas.microsoft.com/office/drawing/2014/main" id="{BB36D46C-D091-45F5-9681-EA6FC7D18FAA}"/>
                  </a:ext>
                </a:extLst>
              </p:cNvPr>
              <p:cNvSpPr txBox="1"/>
              <p:nvPr/>
            </p:nvSpPr>
            <p:spPr>
              <a:xfrm>
                <a:off x="3644276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5" name="CaixaDeTexto 94">
                <a:extLst>
                  <a:ext uri="{FF2B5EF4-FFF2-40B4-BE49-F238E27FC236}">
                    <a16:creationId xmlns:a16="http://schemas.microsoft.com/office/drawing/2014/main" id="{BB36D46C-D091-45F5-9681-EA6FC7D18F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276" y="2798122"/>
                <a:ext cx="577419" cy="26488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CaixaDeTexto 95">
                <a:extLst>
                  <a:ext uri="{FF2B5EF4-FFF2-40B4-BE49-F238E27FC236}">
                    <a16:creationId xmlns:a16="http://schemas.microsoft.com/office/drawing/2014/main" id="{AF413E51-857A-4DFB-9FA5-C8255AC541E1}"/>
                  </a:ext>
                </a:extLst>
              </p:cNvPr>
              <p:cNvSpPr txBox="1"/>
              <p:nvPr/>
            </p:nvSpPr>
            <p:spPr>
              <a:xfrm>
                <a:off x="3066546" y="27981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6" name="CaixaDeTexto 95">
                <a:extLst>
                  <a:ext uri="{FF2B5EF4-FFF2-40B4-BE49-F238E27FC236}">
                    <a16:creationId xmlns:a16="http://schemas.microsoft.com/office/drawing/2014/main" id="{AF413E51-857A-4DFB-9FA5-C8255AC54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6546" y="2798122"/>
                <a:ext cx="577419" cy="26488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ector reto 41">
            <a:extLst>
              <a:ext uri="{FF2B5EF4-FFF2-40B4-BE49-F238E27FC236}">
                <a16:creationId xmlns:a16="http://schemas.microsoft.com/office/drawing/2014/main" id="{D29E849B-C8A6-486E-9D32-A92DADDBBEA0}"/>
              </a:ext>
            </a:extLst>
          </p:cNvPr>
          <p:cNvCxnSpPr>
            <a:cxnSpLocks/>
          </p:cNvCxnSpPr>
          <p:nvPr/>
        </p:nvCxnSpPr>
        <p:spPr>
          <a:xfrm>
            <a:off x="1463675" y="4346275"/>
            <a:ext cx="86040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CaixaDeTexto 55">
                <a:extLst>
                  <a:ext uri="{FF2B5EF4-FFF2-40B4-BE49-F238E27FC236}">
                    <a16:creationId xmlns:a16="http://schemas.microsoft.com/office/drawing/2014/main" id="{DE4EF16F-0DE5-4439-82F3-5A7BEBC3DE0E}"/>
                  </a:ext>
                </a:extLst>
              </p:cNvPr>
              <p:cNvSpPr txBox="1"/>
              <p:nvPr/>
            </p:nvSpPr>
            <p:spPr>
              <a:xfrm>
                <a:off x="5352209" y="4164431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6" name="CaixaDeTexto 55">
                <a:extLst>
                  <a:ext uri="{FF2B5EF4-FFF2-40B4-BE49-F238E27FC236}">
                    <a16:creationId xmlns:a16="http://schemas.microsoft.com/office/drawing/2014/main" id="{DE4EF16F-0DE5-4439-82F3-5A7BEBC3D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2209" y="4164431"/>
                <a:ext cx="577419" cy="26488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75B43D06-1195-4372-A085-DE20407AA23F}"/>
                  </a:ext>
                </a:extLst>
              </p:cNvPr>
              <p:cNvSpPr txBox="1"/>
              <p:nvPr/>
            </p:nvSpPr>
            <p:spPr>
              <a:xfrm>
                <a:off x="1117539" y="4179579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75B43D06-1195-4372-A085-DE20407AA2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539" y="4179579"/>
                <a:ext cx="577419" cy="26488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tângulo 15">
            <a:extLst>
              <a:ext uri="{FF2B5EF4-FFF2-40B4-BE49-F238E27FC236}">
                <a16:creationId xmlns:a16="http://schemas.microsoft.com/office/drawing/2014/main" id="{6E2A14EB-88D7-4AA6-AD1D-2B14EE989C21}"/>
              </a:ext>
            </a:extLst>
          </p:cNvPr>
          <p:cNvSpPr/>
          <p:nvPr/>
        </p:nvSpPr>
        <p:spPr>
          <a:xfrm>
            <a:off x="1959276" y="1112893"/>
            <a:ext cx="3086094" cy="570466"/>
          </a:xfrm>
          <a:prstGeom prst="rect">
            <a:avLst/>
          </a:prstGeom>
          <a:noFill/>
          <a:ln w="1270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D4774D1D-5F08-420E-8821-966BAB8C5A00}"/>
              </a:ext>
            </a:extLst>
          </p:cNvPr>
          <p:cNvSpPr/>
          <p:nvPr/>
        </p:nvSpPr>
        <p:spPr>
          <a:xfrm>
            <a:off x="2622430" y="1397479"/>
            <a:ext cx="586596" cy="58659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77ADFB40-E940-48F0-8D7B-5DB8494A3B2C}"/>
              </a:ext>
            </a:extLst>
          </p:cNvPr>
          <p:cNvSpPr/>
          <p:nvPr/>
        </p:nvSpPr>
        <p:spPr>
          <a:xfrm>
            <a:off x="3795621" y="1397479"/>
            <a:ext cx="586596" cy="58659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1" name="Conector reto 60">
            <a:extLst>
              <a:ext uri="{FF2B5EF4-FFF2-40B4-BE49-F238E27FC236}">
                <a16:creationId xmlns:a16="http://schemas.microsoft.com/office/drawing/2014/main" id="{E2176CCC-CC34-4D0C-BA4C-C3B6CECF8AD9}"/>
              </a:ext>
            </a:extLst>
          </p:cNvPr>
          <p:cNvCxnSpPr>
            <a:cxnSpLocks/>
          </p:cNvCxnSpPr>
          <p:nvPr/>
        </p:nvCxnSpPr>
        <p:spPr>
          <a:xfrm>
            <a:off x="3491098" y="542428"/>
            <a:ext cx="0" cy="570465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CaixaDeTexto 71">
                <a:extLst>
                  <a:ext uri="{FF2B5EF4-FFF2-40B4-BE49-F238E27FC236}">
                    <a16:creationId xmlns:a16="http://schemas.microsoft.com/office/drawing/2014/main" id="{338F8913-DA83-4C0D-80E4-AC342BC2BD92}"/>
                  </a:ext>
                </a:extLst>
              </p:cNvPr>
              <p:cNvSpPr txBox="1"/>
              <p:nvPr/>
            </p:nvSpPr>
            <p:spPr>
              <a:xfrm>
                <a:off x="3347757" y="523100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2" name="CaixaDeTexto 71">
                <a:extLst>
                  <a:ext uri="{FF2B5EF4-FFF2-40B4-BE49-F238E27FC236}">
                    <a16:creationId xmlns:a16="http://schemas.microsoft.com/office/drawing/2014/main" id="{338F8913-DA83-4C0D-80E4-AC342BC2BD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757" y="523100"/>
                <a:ext cx="577419" cy="264881"/>
              </a:xfrm>
              <a:prstGeom prst="rect">
                <a:avLst/>
              </a:prstGeom>
              <a:blipFill>
                <a:blip r:embed="rId21"/>
                <a:stretch>
                  <a:fillRect t="-69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Conector de Seta Reta 48">
            <a:extLst>
              <a:ext uri="{FF2B5EF4-FFF2-40B4-BE49-F238E27FC236}">
                <a16:creationId xmlns:a16="http://schemas.microsoft.com/office/drawing/2014/main" id="{A738F877-FEC0-41C6-A43D-33772811979D}"/>
              </a:ext>
            </a:extLst>
          </p:cNvPr>
          <p:cNvCxnSpPr>
            <a:cxnSpLocks/>
          </p:cNvCxnSpPr>
          <p:nvPr/>
        </p:nvCxnSpPr>
        <p:spPr>
          <a:xfrm>
            <a:off x="3497862" y="3282950"/>
            <a:ext cx="0" cy="474567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CaixaDeTexto 58">
                <a:extLst>
                  <a:ext uri="{FF2B5EF4-FFF2-40B4-BE49-F238E27FC236}">
                    <a16:creationId xmlns:a16="http://schemas.microsoft.com/office/drawing/2014/main" id="{28EA52A5-7DF8-43AE-9FEE-AB80450FA1D2}"/>
                  </a:ext>
                </a:extLst>
              </p:cNvPr>
              <p:cNvSpPr txBox="1"/>
              <p:nvPr/>
            </p:nvSpPr>
            <p:spPr>
              <a:xfrm>
                <a:off x="3230350" y="305677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9" name="CaixaDeTexto 58">
                <a:extLst>
                  <a:ext uri="{FF2B5EF4-FFF2-40B4-BE49-F238E27FC236}">
                    <a16:creationId xmlns:a16="http://schemas.microsoft.com/office/drawing/2014/main" id="{28EA52A5-7DF8-43AE-9FEE-AB80450FA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350" y="3056772"/>
                <a:ext cx="577419" cy="264881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643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D4774D1D-5F08-420E-8821-966BAB8C5A00}"/>
              </a:ext>
            </a:extLst>
          </p:cNvPr>
          <p:cNvSpPr/>
          <p:nvPr/>
        </p:nvSpPr>
        <p:spPr>
          <a:xfrm>
            <a:off x="2622430" y="1397479"/>
            <a:ext cx="586596" cy="58659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FF0B5FC9-F94C-46B7-A436-B55A397C5335}"/>
              </a:ext>
            </a:extLst>
          </p:cNvPr>
          <p:cNvCxnSpPr>
            <a:cxnSpLocks/>
          </p:cNvCxnSpPr>
          <p:nvPr/>
        </p:nvCxnSpPr>
        <p:spPr>
          <a:xfrm>
            <a:off x="2622430" y="1690776"/>
            <a:ext cx="0" cy="72000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Conector reto 31">
            <a:extLst>
              <a:ext uri="{FF2B5EF4-FFF2-40B4-BE49-F238E27FC236}">
                <a16:creationId xmlns:a16="http://schemas.microsoft.com/office/drawing/2014/main" id="{9EBCC2EA-1D45-47DB-877A-E05F91AED2E2}"/>
              </a:ext>
            </a:extLst>
          </p:cNvPr>
          <p:cNvCxnSpPr>
            <a:cxnSpLocks/>
          </p:cNvCxnSpPr>
          <p:nvPr/>
        </p:nvCxnSpPr>
        <p:spPr>
          <a:xfrm>
            <a:off x="3209026" y="1690776"/>
            <a:ext cx="0" cy="720000"/>
          </a:xfrm>
          <a:prstGeom prst="line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CaixaDeTexto 82">
                <a:extLst>
                  <a:ext uri="{FF2B5EF4-FFF2-40B4-BE49-F238E27FC236}">
                    <a16:creationId xmlns:a16="http://schemas.microsoft.com/office/drawing/2014/main" id="{E4F26578-957C-4DEC-8A73-643B62840241}"/>
                  </a:ext>
                </a:extLst>
              </p:cNvPr>
              <p:cNvSpPr txBox="1"/>
              <p:nvPr/>
            </p:nvSpPr>
            <p:spPr>
              <a:xfrm>
                <a:off x="2627729" y="1567667"/>
                <a:ext cx="5774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3" name="CaixaDeTexto 82">
                <a:extLst>
                  <a:ext uri="{FF2B5EF4-FFF2-40B4-BE49-F238E27FC236}">
                    <a16:creationId xmlns:a16="http://schemas.microsoft.com/office/drawing/2014/main" id="{E4F26578-957C-4DEC-8A73-643B62840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729" y="1567667"/>
                <a:ext cx="577419" cy="24622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CaixaDeTexto 95">
                <a:extLst>
                  <a:ext uri="{FF2B5EF4-FFF2-40B4-BE49-F238E27FC236}">
                    <a16:creationId xmlns:a16="http://schemas.microsoft.com/office/drawing/2014/main" id="{AF413E51-857A-4DFB-9FA5-C8255AC541E1}"/>
                  </a:ext>
                </a:extLst>
              </p:cNvPr>
              <p:cNvSpPr txBox="1"/>
              <p:nvPr/>
            </p:nvSpPr>
            <p:spPr>
              <a:xfrm>
                <a:off x="3130046" y="22139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6" name="CaixaDeTexto 95">
                <a:extLst>
                  <a:ext uri="{FF2B5EF4-FFF2-40B4-BE49-F238E27FC236}">
                    <a16:creationId xmlns:a16="http://schemas.microsoft.com/office/drawing/2014/main" id="{AF413E51-857A-4DFB-9FA5-C8255AC54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0046" y="2213922"/>
                <a:ext cx="577419" cy="2648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CaixaDeTexto 96">
                <a:extLst>
                  <a:ext uri="{FF2B5EF4-FFF2-40B4-BE49-F238E27FC236}">
                    <a16:creationId xmlns:a16="http://schemas.microsoft.com/office/drawing/2014/main" id="{AD3A06A4-7D34-4D98-805E-CF37AAB54E6C}"/>
                  </a:ext>
                </a:extLst>
              </p:cNvPr>
              <p:cNvSpPr txBox="1"/>
              <p:nvPr/>
            </p:nvSpPr>
            <p:spPr>
              <a:xfrm>
                <a:off x="2489127" y="2213922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7" name="CaixaDeTexto 96">
                <a:extLst>
                  <a:ext uri="{FF2B5EF4-FFF2-40B4-BE49-F238E27FC236}">
                    <a16:creationId xmlns:a16="http://schemas.microsoft.com/office/drawing/2014/main" id="{AD3A06A4-7D34-4D98-805E-CF37AAB54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9127" y="2213922"/>
                <a:ext cx="577419" cy="2648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CaixaDeTexto 98">
                <a:extLst>
                  <a:ext uri="{FF2B5EF4-FFF2-40B4-BE49-F238E27FC236}">
                    <a16:creationId xmlns:a16="http://schemas.microsoft.com/office/drawing/2014/main" id="{B7D86D02-3FDA-4F2B-AEDF-705C505DD422}"/>
                  </a:ext>
                </a:extLst>
              </p:cNvPr>
              <p:cNvSpPr txBox="1"/>
              <p:nvPr/>
            </p:nvSpPr>
            <p:spPr>
              <a:xfrm>
                <a:off x="2982119" y="1313170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1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9" name="CaixaDeTexto 98">
                <a:extLst>
                  <a:ext uri="{FF2B5EF4-FFF2-40B4-BE49-F238E27FC236}">
                    <a16:creationId xmlns:a16="http://schemas.microsoft.com/office/drawing/2014/main" id="{B7D86D02-3FDA-4F2B-AEDF-705C505DD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2119" y="1313170"/>
                <a:ext cx="577419" cy="2648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DAAA0842-3F12-437A-8F47-75AF272A2797}"/>
              </a:ext>
            </a:extLst>
          </p:cNvPr>
          <p:cNvCxnSpPr>
            <a:cxnSpLocks/>
            <a:stCxn id="17" idx="4"/>
          </p:cNvCxnSpPr>
          <p:nvPr/>
        </p:nvCxnSpPr>
        <p:spPr>
          <a:xfrm>
            <a:off x="5775228" y="2259528"/>
            <a:ext cx="1273557" cy="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D68EB33C-DC13-4412-B892-16B09E712798}"/>
                  </a:ext>
                </a:extLst>
              </p:cNvPr>
              <p:cNvSpPr txBox="1"/>
              <p:nvPr/>
            </p:nvSpPr>
            <p:spPr>
              <a:xfrm>
                <a:off x="6867237" y="2081481"/>
                <a:ext cx="577419" cy="264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pt-BR" sz="1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D68EB33C-DC13-4412-B892-16B09E7127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7237" y="2081481"/>
                <a:ext cx="577419" cy="26488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Elipse 8">
            <a:extLst>
              <a:ext uri="{FF2B5EF4-FFF2-40B4-BE49-F238E27FC236}">
                <a16:creationId xmlns:a16="http://schemas.microsoft.com/office/drawing/2014/main" id="{34201C69-4230-4D5E-AB12-129E80F32598}"/>
              </a:ext>
            </a:extLst>
          </p:cNvPr>
          <p:cNvSpPr/>
          <p:nvPr/>
        </p:nvSpPr>
        <p:spPr>
          <a:xfrm>
            <a:off x="5574214" y="1421736"/>
            <a:ext cx="402027" cy="402027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D4B470B0-D404-457F-A446-E367ABD3BDF8}"/>
                  </a:ext>
                </a:extLst>
              </p:cNvPr>
              <p:cNvSpPr txBox="1"/>
              <p:nvPr/>
            </p:nvSpPr>
            <p:spPr>
              <a:xfrm>
                <a:off x="5752731" y="1373589"/>
                <a:ext cx="18405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D4B470B0-D404-457F-A446-E367ABD3BD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2731" y="1373589"/>
                <a:ext cx="184057" cy="246221"/>
              </a:xfrm>
              <a:prstGeom prst="rect">
                <a:avLst/>
              </a:prstGeom>
              <a:blipFill>
                <a:blip r:embed="rId7"/>
                <a:stretch>
                  <a:fillRect l="-20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Elipse 16">
            <a:extLst>
              <a:ext uri="{FF2B5EF4-FFF2-40B4-BE49-F238E27FC236}">
                <a16:creationId xmlns:a16="http://schemas.microsoft.com/office/drawing/2014/main" id="{24AA2EAC-E6E3-476C-AC5B-CE1F269C44AB}"/>
              </a:ext>
            </a:extLst>
          </p:cNvPr>
          <p:cNvSpPr/>
          <p:nvPr/>
        </p:nvSpPr>
        <p:spPr>
          <a:xfrm>
            <a:off x="5138449" y="985971"/>
            <a:ext cx="1273557" cy="1273557"/>
          </a:xfrm>
          <a:prstGeom prst="ellipse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B0CECFA1-0FCE-4CBA-97A1-0B78DBD54616}"/>
              </a:ext>
            </a:extLst>
          </p:cNvPr>
          <p:cNvCxnSpPr>
            <a:cxnSpLocks/>
            <a:endCxn id="9" idx="3"/>
          </p:cNvCxnSpPr>
          <p:nvPr/>
        </p:nvCxnSpPr>
        <p:spPr>
          <a:xfrm flipH="1">
            <a:off x="5633089" y="1622749"/>
            <a:ext cx="142138" cy="14213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D810CCC6-2183-4FC5-BB22-45A62B8B6A87}"/>
              </a:ext>
            </a:extLst>
          </p:cNvPr>
          <p:cNvCxnSpPr>
            <a:cxnSpLocks/>
            <a:endCxn id="17" idx="1"/>
          </p:cNvCxnSpPr>
          <p:nvPr/>
        </p:nvCxnSpPr>
        <p:spPr>
          <a:xfrm flipH="1" flipV="1">
            <a:off x="5324957" y="1172479"/>
            <a:ext cx="450270" cy="45027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F16C5C27-D375-413C-B5DA-9950939C0AAC}"/>
                  </a:ext>
                </a:extLst>
              </p:cNvPr>
              <p:cNvSpPr txBox="1"/>
              <p:nvPr/>
            </p:nvSpPr>
            <p:spPr>
              <a:xfrm>
                <a:off x="5633089" y="1471300"/>
                <a:ext cx="12460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F16C5C27-D375-413C-B5DA-9950939C0A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3089" y="1471300"/>
                <a:ext cx="124609" cy="246221"/>
              </a:xfrm>
              <a:prstGeom prst="rect">
                <a:avLst/>
              </a:prstGeom>
              <a:blipFill>
                <a:blip r:embed="rId8"/>
                <a:stretch>
                  <a:fillRect l="-28571" r="-476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aixaDeTexto 28">
                <a:extLst>
                  <a:ext uri="{FF2B5EF4-FFF2-40B4-BE49-F238E27FC236}">
                    <a16:creationId xmlns:a16="http://schemas.microsoft.com/office/drawing/2014/main" id="{BD6B88E2-2183-4507-A4E3-AF5153CC7E43}"/>
                  </a:ext>
                </a:extLst>
              </p:cNvPr>
              <p:cNvSpPr txBox="1"/>
              <p:nvPr/>
            </p:nvSpPr>
            <p:spPr>
              <a:xfrm>
                <a:off x="5521018" y="1142524"/>
                <a:ext cx="12460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CaixaDeTexto 28">
                <a:extLst>
                  <a:ext uri="{FF2B5EF4-FFF2-40B4-BE49-F238E27FC236}">
                    <a16:creationId xmlns:a16="http://schemas.microsoft.com/office/drawing/2014/main" id="{BD6B88E2-2183-4507-A4E3-AF5153CC7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1018" y="1142524"/>
                <a:ext cx="124609" cy="246221"/>
              </a:xfrm>
              <a:prstGeom prst="rect">
                <a:avLst/>
              </a:prstGeom>
              <a:blipFill>
                <a:blip r:embed="rId9"/>
                <a:stretch>
                  <a:fillRect l="-35000" r="-5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aixaDeTexto 29">
                <a:extLst>
                  <a:ext uri="{FF2B5EF4-FFF2-40B4-BE49-F238E27FC236}">
                    <a16:creationId xmlns:a16="http://schemas.microsoft.com/office/drawing/2014/main" id="{7E90A0AE-6B31-426D-A31C-D67871D61F63}"/>
                  </a:ext>
                </a:extLst>
              </p:cNvPr>
              <p:cNvSpPr txBox="1"/>
              <p:nvPr/>
            </p:nvSpPr>
            <p:spPr>
              <a:xfrm>
                <a:off x="5911943" y="987762"/>
                <a:ext cx="18405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pt-BR" sz="1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0" name="CaixaDeTexto 29">
                <a:extLst>
                  <a:ext uri="{FF2B5EF4-FFF2-40B4-BE49-F238E27FC236}">
                    <a16:creationId xmlns:a16="http://schemas.microsoft.com/office/drawing/2014/main" id="{7E90A0AE-6B31-426D-A31C-D67871D61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943" y="987762"/>
                <a:ext cx="184057" cy="246221"/>
              </a:xfrm>
              <a:prstGeom prst="rect">
                <a:avLst/>
              </a:prstGeom>
              <a:blipFill>
                <a:blip r:embed="rId10"/>
                <a:stretch>
                  <a:fillRect l="-23333" r="-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531739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</TotalTime>
  <Words>70</Words>
  <Application>Microsoft Office PowerPoint</Application>
  <PresentationFormat>Widescreen</PresentationFormat>
  <Paragraphs>47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Eduardo Dörr</dc:creator>
  <cp:lastModifiedBy>Eduardo Dörr</cp:lastModifiedBy>
  <cp:revision>27</cp:revision>
  <dcterms:created xsi:type="dcterms:W3CDTF">2019-05-11T17:21:56Z</dcterms:created>
  <dcterms:modified xsi:type="dcterms:W3CDTF">2019-11-02T19:06:32Z</dcterms:modified>
</cp:coreProperties>
</file>