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0" r:id="rId5"/>
    <p:sldId id="263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08" y="-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73533-311C-4148-A14C-395CB1CA6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23B65F-21B8-44A4-8F4D-BB75C2F2A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9A0E75-BE5F-4ADA-BA18-361789926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51A59F-BBC0-40D1-850F-B39931BE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855F11-0439-4C64-BCAC-C998F645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74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8BC34-7933-4D1C-9F46-4F27D447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CDA504-4D6C-492D-BBAA-DBF68C1D7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244EAF-37B0-43E7-BD72-77A5F3EE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E00BF0-1F18-42AA-8E76-1113009B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1EE2B2-8626-4422-A25B-0F7CD3C3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196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B6588-AE62-4C77-A4EB-68E2548E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90B4E6-F31D-4997-8A05-DF0A9F523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294259-DB44-49E6-870C-3B30FFB43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E9B99B-D490-4BB9-90B6-5B48A9D6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7E8F2F-F258-4E02-BC94-625FEAAF4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75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625CD-049B-4C0E-8E98-0863B3E8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B7AECD-13DC-41B7-97B3-562034F9C3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9C50E1-4AB3-4247-A5CF-AF2211ABE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BC77DC-CEF8-4E68-99F1-945EC358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20C6F4-17DE-4ED9-BA13-999B04BB0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66355D-0EA2-4E67-8E69-990215D2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18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765DE-71B5-44AD-ACD0-D3359F6C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E08A60-EFE3-449A-97A3-5133FE71E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FD76CD-82B9-4ED9-86FC-569682B59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180256-CA52-46A5-B29E-C18907C63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D53178B-BBD6-45FA-AD2F-008EE53A1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800F1FA-6D81-41BB-9221-B171AA28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0C040CD-65A5-4965-B159-5A925CB1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7DF9535-96CB-419C-8D43-48CAF6B0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1340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F0A53-7B08-4621-8029-2A00AF38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1A5656-9E10-47A4-B129-F1579F5B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A0788A7-D55C-4B77-B4A5-E71B17A5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265ECC-6C73-4B54-A336-72DD61AF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56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88C5CCF-7DB8-4635-B4BC-23CCC3233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37D1FE-2C82-40B2-9E4A-B327C291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F48F22-5975-48AD-81F4-D1903307D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2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F54F4-FC73-4E46-AE1D-AF9D1AA79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9D02DE-D7D3-4921-A374-3FB475978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D187CC4-7F98-43E3-9D60-525288372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634D284-A401-4FA7-B01A-4D4C4498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C5C773-CB83-48A7-B37F-DFF36851F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A9A8E8-9413-4E62-96C8-1D061B0B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97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C11E4-8937-4240-8BC7-85BE49E3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47A0EB1-C0CF-4E1A-8FE4-F3AF7438B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441AAB-21A6-4BF8-AB3A-ED0A86D66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863B5A-5906-4A10-A91F-95886F5E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A9D05F-D494-4DC9-A748-7B5A5EF41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BBADFA-C917-48E8-9406-477483C9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1532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6A5F2-44A3-4CB5-9E41-70A78D26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0F7B97-ED26-49D2-9FA5-48F736458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A28306-BBFC-4539-956E-E6C0313F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DDE31-5196-436A-AAFD-1B7D77298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40A0A6-F446-4C7D-8F1B-847F880BE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999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E067F6-09A3-4C4D-9E1C-184F063F9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417135-2CD4-44CE-A3A1-CFF9D0DE1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AA92BE-3589-48CF-A2AF-9368EAAE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FF48F2-34B4-41BF-A4AF-DADBBB45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548CFC-9E9D-4E49-8350-A0E39C50A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52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DCBED3D-D425-4F91-A632-69CBE8FB3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5C5A51-1A2F-4150-AAAE-3624FB938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7D7BAA-FFFD-4B14-AAF8-AA22E5691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E0E1-A2C5-48C6-9105-6CF53D1FF6D2}" type="datetimeFigureOut">
              <a:rPr lang="pt-BR" smtClean="0"/>
              <a:t>10/11/2019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9DD25E-C27A-4603-B6C2-A35A56F39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418855-CB12-4FE1-8D6D-E7B42AAD4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C3383-526D-4483-A4B7-890CFA40A5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16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20.png"/><Relationship Id="rId3" Type="http://schemas.openxmlformats.org/officeDocument/2006/relationships/image" Target="../media/image8.png"/><Relationship Id="rId21" Type="http://schemas.openxmlformats.org/officeDocument/2006/relationships/image" Target="../media/image21.png"/><Relationship Id="rId17" Type="http://schemas.openxmlformats.org/officeDocument/2006/relationships/image" Target="../media/image19.png"/><Relationship Id="rId2" Type="http://schemas.openxmlformats.org/officeDocument/2006/relationships/image" Target="../media/image5.png"/><Relationship Id="rId16" Type="http://schemas.openxmlformats.org/officeDocument/2006/relationships/image" Target="../media/image15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15" Type="http://schemas.openxmlformats.org/officeDocument/2006/relationships/image" Target="../media/image14.png"/><Relationship Id="rId19" Type="http://schemas.openxmlformats.org/officeDocument/2006/relationships/image" Target="../media/image6.png"/><Relationship Id="rId4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4.png"/><Relationship Id="rId21" Type="http://schemas.openxmlformats.org/officeDocument/2006/relationships/image" Target="../media/image21.png"/><Relationship Id="rId17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15" Type="http://schemas.openxmlformats.org/officeDocument/2006/relationships/image" Target="../media/image14.png"/><Relationship Id="rId22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00.png"/><Relationship Id="rId7" Type="http://schemas.openxmlformats.org/officeDocument/2006/relationships/image" Target="../media/image24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10" Type="http://schemas.openxmlformats.org/officeDocument/2006/relationships/image" Target="../media/image27.png"/><Relationship Id="rId4" Type="http://schemas.openxmlformats.org/officeDocument/2006/relationships/image" Target="../media/image210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microsoft.com/office/2007/relationships/hdphoto" Target="../media/hdphoto1.wdp"/><Relationship Id="rId18" Type="http://schemas.openxmlformats.org/officeDocument/2006/relationships/image" Target="../media/image43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2.png"/><Relationship Id="rId2" Type="http://schemas.openxmlformats.org/officeDocument/2006/relationships/image" Target="../media/image28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19" Type="http://schemas.openxmlformats.org/officeDocument/2006/relationships/image" Target="../media/image44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39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D4774D1D-5F08-420E-8821-966BAB8C5A00}"/>
              </a:ext>
            </a:extLst>
          </p:cNvPr>
          <p:cNvSpPr/>
          <p:nvPr/>
        </p:nvSpPr>
        <p:spPr>
          <a:xfrm>
            <a:off x="2622430" y="13974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930E931-F8FF-4FB5-BB2D-A3F6127BBDD0}"/>
              </a:ext>
            </a:extLst>
          </p:cNvPr>
          <p:cNvSpPr/>
          <p:nvPr/>
        </p:nvSpPr>
        <p:spPr>
          <a:xfrm>
            <a:off x="2035834" y="37596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C3F9F27-B1A0-4B0D-8BA0-527CF054F85B}"/>
              </a:ext>
            </a:extLst>
          </p:cNvPr>
          <p:cNvSpPr/>
          <p:nvPr/>
        </p:nvSpPr>
        <p:spPr>
          <a:xfrm>
            <a:off x="3209025" y="37596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7ADFB40-E940-48F0-8D7B-5DB8494A3B2C}"/>
              </a:ext>
            </a:extLst>
          </p:cNvPr>
          <p:cNvSpPr/>
          <p:nvPr/>
        </p:nvSpPr>
        <p:spPr>
          <a:xfrm>
            <a:off x="3795621" y="13974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E26E1BB-B5AD-45B2-B01D-4E59035F8441}"/>
              </a:ext>
            </a:extLst>
          </p:cNvPr>
          <p:cNvSpPr/>
          <p:nvPr/>
        </p:nvSpPr>
        <p:spPr>
          <a:xfrm>
            <a:off x="4382218" y="37596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CB249DD-6AB1-42A5-96E1-EFC1CF8DDAF2}"/>
              </a:ext>
            </a:extLst>
          </p:cNvPr>
          <p:cNvCxnSpPr>
            <a:cxnSpLocks/>
            <a:endCxn id="18" idx="4"/>
          </p:cNvCxnSpPr>
          <p:nvPr/>
        </p:nvCxnSpPr>
        <p:spPr>
          <a:xfrm>
            <a:off x="1481138" y="4346275"/>
            <a:ext cx="847994" cy="0"/>
          </a:xfrm>
          <a:prstGeom prst="line">
            <a:avLst/>
          </a:prstGeom>
          <a:ln>
            <a:head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F0B5FC9-F94C-46B7-A436-B55A397C5335}"/>
              </a:ext>
            </a:extLst>
          </p:cNvPr>
          <p:cNvCxnSpPr>
            <a:cxnSpLocks/>
          </p:cNvCxnSpPr>
          <p:nvPr/>
        </p:nvCxnSpPr>
        <p:spPr>
          <a:xfrm>
            <a:off x="2622430" y="1690777"/>
            <a:ext cx="0" cy="2362200"/>
          </a:xfrm>
          <a:prstGeom prst="line">
            <a:avLst/>
          </a:prstGeom>
          <a:ln>
            <a:head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9EBCC2EA-1D45-47DB-877A-E05F91AED2E2}"/>
              </a:ext>
            </a:extLst>
          </p:cNvPr>
          <p:cNvCxnSpPr>
            <a:cxnSpLocks/>
          </p:cNvCxnSpPr>
          <p:nvPr/>
        </p:nvCxnSpPr>
        <p:spPr>
          <a:xfrm>
            <a:off x="3209026" y="1690777"/>
            <a:ext cx="0" cy="2362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23750380-3435-4D73-BB2E-9D16BB6D096D}"/>
              </a:ext>
            </a:extLst>
          </p:cNvPr>
          <p:cNvCxnSpPr>
            <a:cxnSpLocks/>
          </p:cNvCxnSpPr>
          <p:nvPr/>
        </p:nvCxnSpPr>
        <p:spPr>
          <a:xfrm>
            <a:off x="3795622" y="1690777"/>
            <a:ext cx="0" cy="2362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65D9810-C214-427F-BE44-8F01378E9938}"/>
              </a:ext>
            </a:extLst>
          </p:cNvPr>
          <p:cNvCxnSpPr>
            <a:cxnSpLocks/>
          </p:cNvCxnSpPr>
          <p:nvPr/>
        </p:nvCxnSpPr>
        <p:spPr>
          <a:xfrm>
            <a:off x="4382218" y="1690777"/>
            <a:ext cx="0" cy="2362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897020E8-94B4-431E-A589-28FA461CD1C8}"/>
              </a:ext>
            </a:extLst>
          </p:cNvPr>
          <p:cNvCxnSpPr>
            <a:cxnSpLocks/>
            <a:endCxn id="22" idx="4"/>
          </p:cNvCxnSpPr>
          <p:nvPr/>
        </p:nvCxnSpPr>
        <p:spPr>
          <a:xfrm flipH="1">
            <a:off x="4675516" y="4346275"/>
            <a:ext cx="848984" cy="0"/>
          </a:xfrm>
          <a:prstGeom prst="line">
            <a:avLst/>
          </a:prstGeom>
          <a:ln>
            <a:head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8" name="Retângulo 67">
            <a:extLst>
              <a:ext uri="{FF2B5EF4-FFF2-40B4-BE49-F238E27FC236}">
                <a16:creationId xmlns:a16="http://schemas.microsoft.com/office/drawing/2014/main" id="{5BE84A71-4276-4C1F-B5CF-1AD874D70072}"/>
              </a:ext>
            </a:extLst>
          </p:cNvPr>
          <p:cNvSpPr/>
          <p:nvPr/>
        </p:nvSpPr>
        <p:spPr>
          <a:xfrm>
            <a:off x="2374900" y="1289050"/>
            <a:ext cx="488943" cy="31750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E6B90442-527D-4427-821B-772C881036E7}"/>
              </a:ext>
            </a:extLst>
          </p:cNvPr>
          <p:cNvSpPr/>
          <p:nvPr/>
        </p:nvSpPr>
        <p:spPr>
          <a:xfrm>
            <a:off x="2958437" y="1289050"/>
            <a:ext cx="488943" cy="31750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7F1FEEEE-6561-41BC-BF39-773D8D59160A}"/>
              </a:ext>
            </a:extLst>
          </p:cNvPr>
          <p:cNvSpPr/>
          <p:nvPr/>
        </p:nvSpPr>
        <p:spPr>
          <a:xfrm>
            <a:off x="3541974" y="1284377"/>
            <a:ext cx="488943" cy="31750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CE1F9B33-68C7-4693-88F9-1A5F4AF73AC0}"/>
              </a:ext>
            </a:extLst>
          </p:cNvPr>
          <p:cNvSpPr/>
          <p:nvPr/>
        </p:nvSpPr>
        <p:spPr>
          <a:xfrm>
            <a:off x="4146922" y="1284377"/>
            <a:ext cx="488943" cy="3175000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029FD6C1-6809-4AED-9715-AD3A6562373D}"/>
                  </a:ext>
                </a:extLst>
              </p:cNvPr>
              <p:cNvSpPr txBox="1"/>
              <p:nvPr/>
            </p:nvSpPr>
            <p:spPr>
              <a:xfrm>
                <a:off x="2383258" y="1033483"/>
                <a:ext cx="48894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pt-BR" sz="1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029FD6C1-6809-4AED-9715-AD3A65623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3258" y="1033483"/>
                <a:ext cx="488943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aixaDeTexto 76">
                <a:extLst>
                  <a:ext uri="{FF2B5EF4-FFF2-40B4-BE49-F238E27FC236}">
                    <a16:creationId xmlns:a16="http://schemas.microsoft.com/office/drawing/2014/main" id="{034CCB95-3F84-436D-9346-E61C64CF066A}"/>
                  </a:ext>
                </a:extLst>
              </p:cNvPr>
              <p:cNvSpPr txBox="1"/>
              <p:nvPr/>
            </p:nvSpPr>
            <p:spPr>
              <a:xfrm>
                <a:off x="2970764" y="1033483"/>
                <a:ext cx="488943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7" name="CaixaDeTexto 76">
                <a:extLst>
                  <a:ext uri="{FF2B5EF4-FFF2-40B4-BE49-F238E27FC236}">
                    <a16:creationId xmlns:a16="http://schemas.microsoft.com/office/drawing/2014/main" id="{034CCB95-3F84-436D-9346-E61C64CF0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764" y="1033483"/>
                <a:ext cx="488943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D5324E0D-A7B2-429A-9715-4A5850A8372A}"/>
                  </a:ext>
                </a:extLst>
              </p:cNvPr>
              <p:cNvSpPr txBox="1"/>
              <p:nvPr/>
            </p:nvSpPr>
            <p:spPr>
              <a:xfrm>
                <a:off x="3551150" y="1033483"/>
                <a:ext cx="488943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1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D5324E0D-A7B2-429A-9715-4A5850A83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150" y="1033483"/>
                <a:ext cx="488943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579AD54D-28F0-4E04-AB25-F5BD9C5F1BA9}"/>
                  </a:ext>
                </a:extLst>
              </p:cNvPr>
              <p:cNvSpPr txBox="1"/>
              <p:nvPr/>
            </p:nvSpPr>
            <p:spPr>
              <a:xfrm>
                <a:off x="4108974" y="1033483"/>
                <a:ext cx="488943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579AD54D-28F0-4E04-AB25-F5BD9C5F1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974" y="1033483"/>
                <a:ext cx="488943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161FA45C-8849-4734-BBAD-8C8B213D9C1C}"/>
                  </a:ext>
                </a:extLst>
              </p:cNvPr>
              <p:cNvSpPr txBox="1"/>
              <p:nvPr/>
            </p:nvSpPr>
            <p:spPr>
              <a:xfrm>
                <a:off x="3213614" y="39298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161FA45C-8849-4734-BBAD-8C8B213D9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614" y="3929867"/>
                <a:ext cx="577419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E4F26578-957C-4DEC-8A73-643B62840241}"/>
                  </a:ext>
                </a:extLst>
              </p:cNvPr>
              <p:cNvSpPr txBox="1"/>
              <p:nvPr/>
            </p:nvSpPr>
            <p:spPr>
              <a:xfrm>
                <a:off x="2627019" y="15676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E4F26578-957C-4DEC-8A73-643B62840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19" y="1567667"/>
                <a:ext cx="577419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EF50685A-378A-4B15-8835-4B7ED5175ED9}"/>
                  </a:ext>
                </a:extLst>
              </p:cNvPr>
              <p:cNvSpPr txBox="1"/>
              <p:nvPr/>
            </p:nvSpPr>
            <p:spPr>
              <a:xfrm>
                <a:off x="3800210" y="15676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EF50685A-378A-4B15-8835-4B7ED5175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10" y="1567667"/>
                <a:ext cx="577419" cy="2462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0684682D-B126-4E27-B613-7F1EEA9E8E78}"/>
                  </a:ext>
                </a:extLst>
              </p:cNvPr>
              <p:cNvSpPr txBox="1"/>
              <p:nvPr/>
            </p:nvSpPr>
            <p:spPr>
              <a:xfrm>
                <a:off x="2040423" y="39298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0684682D-B126-4E27-B613-7F1EEA9E8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423" y="3929867"/>
                <a:ext cx="577419" cy="2462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9FB581BC-C1A1-4598-96EA-92ABDDBEE12E}"/>
                  </a:ext>
                </a:extLst>
              </p:cNvPr>
              <p:cNvSpPr txBox="1"/>
              <p:nvPr/>
            </p:nvSpPr>
            <p:spPr>
              <a:xfrm>
                <a:off x="4386807" y="39298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9FB581BC-C1A1-4598-96EA-92ABDDBEE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807" y="3929867"/>
                <a:ext cx="577419" cy="2462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aixaDeTexto 86">
                <a:extLst>
                  <a:ext uri="{FF2B5EF4-FFF2-40B4-BE49-F238E27FC236}">
                    <a16:creationId xmlns:a16="http://schemas.microsoft.com/office/drawing/2014/main" id="{85C2A7E1-366C-4D20-94D1-6C463B8D0FCB}"/>
                  </a:ext>
                </a:extLst>
              </p:cNvPr>
              <p:cNvSpPr txBox="1"/>
              <p:nvPr/>
            </p:nvSpPr>
            <p:spPr>
              <a:xfrm>
                <a:off x="5275441" y="4081394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CaixaDeTexto 86">
                <a:extLst>
                  <a:ext uri="{FF2B5EF4-FFF2-40B4-BE49-F238E27FC236}">
                    <a16:creationId xmlns:a16="http://schemas.microsoft.com/office/drawing/2014/main" id="{85C2A7E1-366C-4D20-94D1-6C463B8D0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441" y="4081394"/>
                <a:ext cx="577419" cy="26488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B0053B0F-8311-4475-B91B-BDB98A78058A}"/>
                  </a:ext>
                </a:extLst>
              </p:cNvPr>
              <p:cNvSpPr txBox="1"/>
              <p:nvPr/>
            </p:nvSpPr>
            <p:spPr>
              <a:xfrm>
                <a:off x="1169545" y="4082443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B0053B0F-8311-4475-B91B-BDB98A780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545" y="4082443"/>
                <a:ext cx="577419" cy="26488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Conector de Seta Reta 89">
            <a:extLst>
              <a:ext uri="{FF2B5EF4-FFF2-40B4-BE49-F238E27FC236}">
                <a16:creationId xmlns:a16="http://schemas.microsoft.com/office/drawing/2014/main" id="{609F7F7D-0F9B-40CB-A499-FE2761C8F316}"/>
              </a:ext>
            </a:extLst>
          </p:cNvPr>
          <p:cNvCxnSpPr>
            <a:cxnSpLocks/>
          </p:cNvCxnSpPr>
          <p:nvPr/>
        </p:nvCxnSpPr>
        <p:spPr>
          <a:xfrm>
            <a:off x="2622430" y="2748052"/>
            <a:ext cx="0" cy="24765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238DC009-804B-4DB7-ADEA-ACDFB3D9AE7E}"/>
              </a:ext>
            </a:extLst>
          </p:cNvPr>
          <p:cNvCxnSpPr/>
          <p:nvPr/>
        </p:nvCxnSpPr>
        <p:spPr>
          <a:xfrm>
            <a:off x="3209138" y="2748052"/>
            <a:ext cx="0" cy="24765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Conector de Seta Reta 91">
            <a:extLst>
              <a:ext uri="{FF2B5EF4-FFF2-40B4-BE49-F238E27FC236}">
                <a16:creationId xmlns:a16="http://schemas.microsoft.com/office/drawing/2014/main" id="{DF84A0FA-CA4A-4F29-B115-6787740C6777}"/>
              </a:ext>
            </a:extLst>
          </p:cNvPr>
          <p:cNvCxnSpPr>
            <a:cxnSpLocks/>
          </p:cNvCxnSpPr>
          <p:nvPr/>
        </p:nvCxnSpPr>
        <p:spPr>
          <a:xfrm>
            <a:off x="3799144" y="2748052"/>
            <a:ext cx="0" cy="24765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Conector de Seta Reta 92">
            <a:extLst>
              <a:ext uri="{FF2B5EF4-FFF2-40B4-BE49-F238E27FC236}">
                <a16:creationId xmlns:a16="http://schemas.microsoft.com/office/drawing/2014/main" id="{8003701C-EB29-458A-9E4A-28A19BA66E77}"/>
              </a:ext>
            </a:extLst>
          </p:cNvPr>
          <p:cNvCxnSpPr/>
          <p:nvPr/>
        </p:nvCxnSpPr>
        <p:spPr>
          <a:xfrm>
            <a:off x="4382218" y="2748052"/>
            <a:ext cx="0" cy="24765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FE401C13-D9CB-4919-A2FF-7DD145659BCF}"/>
                  </a:ext>
                </a:extLst>
              </p:cNvPr>
              <p:cNvSpPr txBox="1"/>
              <p:nvPr/>
            </p:nvSpPr>
            <p:spPr>
              <a:xfrm>
                <a:off x="4299352" y="27981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FE401C13-D9CB-4919-A2FF-7DD145659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352" y="2798122"/>
                <a:ext cx="577419" cy="26488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BB36D46C-D091-45F5-9681-EA6FC7D18FAA}"/>
                  </a:ext>
                </a:extLst>
              </p:cNvPr>
              <p:cNvSpPr txBox="1"/>
              <p:nvPr/>
            </p:nvSpPr>
            <p:spPr>
              <a:xfrm>
                <a:off x="3739887" y="27981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BB36D46C-D091-45F5-9681-EA6FC7D18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887" y="2798122"/>
                <a:ext cx="577419" cy="2648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CaixaDeTexto 95">
                <a:extLst>
                  <a:ext uri="{FF2B5EF4-FFF2-40B4-BE49-F238E27FC236}">
                    <a16:creationId xmlns:a16="http://schemas.microsoft.com/office/drawing/2014/main" id="{AF413E51-857A-4DFB-9FA5-C8255AC541E1}"/>
                  </a:ext>
                </a:extLst>
              </p:cNvPr>
              <p:cNvSpPr txBox="1"/>
              <p:nvPr/>
            </p:nvSpPr>
            <p:spPr>
              <a:xfrm>
                <a:off x="3066546" y="27981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CaixaDeTexto 95">
                <a:extLst>
                  <a:ext uri="{FF2B5EF4-FFF2-40B4-BE49-F238E27FC236}">
                    <a16:creationId xmlns:a16="http://schemas.microsoft.com/office/drawing/2014/main" id="{AF413E51-857A-4DFB-9FA5-C8255AC54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546" y="2798122"/>
                <a:ext cx="577419" cy="2648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CaixaDeTexto 96">
                <a:extLst>
                  <a:ext uri="{FF2B5EF4-FFF2-40B4-BE49-F238E27FC236}">
                    <a16:creationId xmlns:a16="http://schemas.microsoft.com/office/drawing/2014/main" id="{AD3A06A4-7D34-4D98-805E-CF37AAB54E6C}"/>
                  </a:ext>
                </a:extLst>
              </p:cNvPr>
              <p:cNvSpPr txBox="1"/>
              <p:nvPr/>
            </p:nvSpPr>
            <p:spPr>
              <a:xfrm>
                <a:off x="2539585" y="27981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CaixaDeTexto 96">
                <a:extLst>
                  <a:ext uri="{FF2B5EF4-FFF2-40B4-BE49-F238E27FC236}">
                    <a16:creationId xmlns:a16="http://schemas.microsoft.com/office/drawing/2014/main" id="{AD3A06A4-7D34-4D98-805E-CF37AAB54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585" y="2798122"/>
                <a:ext cx="577419" cy="2648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CaixaDeTexto 97">
                <a:extLst>
                  <a:ext uri="{FF2B5EF4-FFF2-40B4-BE49-F238E27FC236}">
                    <a16:creationId xmlns:a16="http://schemas.microsoft.com/office/drawing/2014/main" id="{9040C703-0918-4464-B84B-29F5976163AF}"/>
                  </a:ext>
                </a:extLst>
              </p:cNvPr>
              <p:cNvSpPr txBox="1"/>
              <p:nvPr/>
            </p:nvSpPr>
            <p:spPr>
              <a:xfrm>
                <a:off x="4209513" y="1305808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8" name="CaixaDeTexto 97">
                <a:extLst>
                  <a:ext uri="{FF2B5EF4-FFF2-40B4-BE49-F238E27FC236}">
                    <a16:creationId xmlns:a16="http://schemas.microsoft.com/office/drawing/2014/main" id="{9040C703-0918-4464-B84B-29F597616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513" y="1305808"/>
                <a:ext cx="577419" cy="26488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aixaDeTexto 98">
                <a:extLst>
                  <a:ext uri="{FF2B5EF4-FFF2-40B4-BE49-F238E27FC236}">
                    <a16:creationId xmlns:a16="http://schemas.microsoft.com/office/drawing/2014/main" id="{B7D86D02-3FDA-4F2B-AEDF-705C505DD422}"/>
                  </a:ext>
                </a:extLst>
              </p:cNvPr>
              <p:cNvSpPr txBox="1"/>
              <p:nvPr/>
            </p:nvSpPr>
            <p:spPr>
              <a:xfrm>
                <a:off x="3058319" y="1312794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9" name="CaixaDeTexto 98">
                <a:extLst>
                  <a:ext uri="{FF2B5EF4-FFF2-40B4-BE49-F238E27FC236}">
                    <a16:creationId xmlns:a16="http://schemas.microsoft.com/office/drawing/2014/main" id="{B7D86D02-3FDA-4F2B-AEDF-705C505DD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319" y="1312794"/>
                <a:ext cx="577419" cy="26488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CaixaDeTexto 99">
                <a:extLst>
                  <a:ext uri="{FF2B5EF4-FFF2-40B4-BE49-F238E27FC236}">
                    <a16:creationId xmlns:a16="http://schemas.microsoft.com/office/drawing/2014/main" id="{84DBBB68-D4B0-40A7-8D45-26B42521DA14}"/>
                  </a:ext>
                </a:extLst>
              </p:cNvPr>
              <p:cNvSpPr txBox="1"/>
              <p:nvPr/>
            </p:nvSpPr>
            <p:spPr>
              <a:xfrm>
                <a:off x="3632094" y="4123736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0" name="CaixaDeTexto 99">
                <a:extLst>
                  <a:ext uri="{FF2B5EF4-FFF2-40B4-BE49-F238E27FC236}">
                    <a16:creationId xmlns:a16="http://schemas.microsoft.com/office/drawing/2014/main" id="{84DBBB68-D4B0-40A7-8D45-26B42521D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094" y="4123736"/>
                <a:ext cx="577419" cy="26488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71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ipse 17">
            <a:extLst>
              <a:ext uri="{FF2B5EF4-FFF2-40B4-BE49-F238E27FC236}">
                <a16:creationId xmlns:a16="http://schemas.microsoft.com/office/drawing/2014/main" id="{3930E931-F8FF-4FB5-BB2D-A3F6127BBDD0}"/>
              </a:ext>
            </a:extLst>
          </p:cNvPr>
          <p:cNvSpPr/>
          <p:nvPr/>
        </p:nvSpPr>
        <p:spPr>
          <a:xfrm>
            <a:off x="2035834" y="37596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C3F9F27-B1A0-4B0D-8BA0-527CF054F85B}"/>
              </a:ext>
            </a:extLst>
          </p:cNvPr>
          <p:cNvSpPr/>
          <p:nvPr/>
        </p:nvSpPr>
        <p:spPr>
          <a:xfrm>
            <a:off x="3209025" y="37596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E26E1BB-B5AD-45B2-B01D-4E59035F8441}"/>
              </a:ext>
            </a:extLst>
          </p:cNvPr>
          <p:cNvSpPr/>
          <p:nvPr/>
        </p:nvSpPr>
        <p:spPr>
          <a:xfrm>
            <a:off x="4382218" y="37596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F0B5FC9-F94C-46B7-A436-B55A397C5335}"/>
              </a:ext>
            </a:extLst>
          </p:cNvPr>
          <p:cNvCxnSpPr>
            <a:cxnSpLocks/>
          </p:cNvCxnSpPr>
          <p:nvPr/>
        </p:nvCxnSpPr>
        <p:spPr>
          <a:xfrm>
            <a:off x="2622430" y="1690777"/>
            <a:ext cx="0" cy="2362200"/>
          </a:xfrm>
          <a:prstGeom prst="line">
            <a:avLst/>
          </a:prstGeom>
          <a:ln>
            <a:head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9EBCC2EA-1D45-47DB-877A-E05F91AED2E2}"/>
              </a:ext>
            </a:extLst>
          </p:cNvPr>
          <p:cNvCxnSpPr>
            <a:cxnSpLocks/>
          </p:cNvCxnSpPr>
          <p:nvPr/>
        </p:nvCxnSpPr>
        <p:spPr>
          <a:xfrm>
            <a:off x="3209026" y="1690777"/>
            <a:ext cx="0" cy="2362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23750380-3435-4D73-BB2E-9D16BB6D096D}"/>
              </a:ext>
            </a:extLst>
          </p:cNvPr>
          <p:cNvCxnSpPr>
            <a:cxnSpLocks/>
          </p:cNvCxnSpPr>
          <p:nvPr/>
        </p:nvCxnSpPr>
        <p:spPr>
          <a:xfrm>
            <a:off x="3795622" y="1690777"/>
            <a:ext cx="0" cy="2362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65D9810-C214-427F-BE44-8F01378E9938}"/>
              </a:ext>
            </a:extLst>
          </p:cNvPr>
          <p:cNvCxnSpPr>
            <a:cxnSpLocks/>
          </p:cNvCxnSpPr>
          <p:nvPr/>
        </p:nvCxnSpPr>
        <p:spPr>
          <a:xfrm>
            <a:off x="4382218" y="1690777"/>
            <a:ext cx="0" cy="2362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897020E8-94B4-431E-A589-28FA461CD1C8}"/>
              </a:ext>
            </a:extLst>
          </p:cNvPr>
          <p:cNvCxnSpPr>
            <a:cxnSpLocks/>
            <a:endCxn id="22" idx="4"/>
          </p:cNvCxnSpPr>
          <p:nvPr/>
        </p:nvCxnSpPr>
        <p:spPr>
          <a:xfrm flipH="1">
            <a:off x="4675516" y="4346275"/>
            <a:ext cx="861684" cy="0"/>
          </a:xfrm>
          <a:prstGeom prst="line">
            <a:avLst/>
          </a:prstGeom>
          <a:ln>
            <a:head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161FA45C-8849-4734-BBAD-8C8B213D9C1C}"/>
                  </a:ext>
                </a:extLst>
              </p:cNvPr>
              <p:cNvSpPr txBox="1"/>
              <p:nvPr/>
            </p:nvSpPr>
            <p:spPr>
              <a:xfrm>
                <a:off x="3213614" y="39298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CaixaDeTexto 79">
                <a:extLst>
                  <a:ext uri="{FF2B5EF4-FFF2-40B4-BE49-F238E27FC236}">
                    <a16:creationId xmlns:a16="http://schemas.microsoft.com/office/drawing/2014/main" id="{161FA45C-8849-4734-BBAD-8C8B213D9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3614" y="3929867"/>
                <a:ext cx="577419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0684682D-B126-4E27-B613-7F1EEA9E8E78}"/>
                  </a:ext>
                </a:extLst>
              </p:cNvPr>
              <p:cNvSpPr txBox="1"/>
              <p:nvPr/>
            </p:nvSpPr>
            <p:spPr>
              <a:xfrm>
                <a:off x="2040423" y="39298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0684682D-B126-4E27-B613-7F1EEA9E8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423" y="3929867"/>
                <a:ext cx="577419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9FB581BC-C1A1-4598-96EA-92ABDDBEE12E}"/>
                  </a:ext>
                </a:extLst>
              </p:cNvPr>
              <p:cNvSpPr txBox="1"/>
              <p:nvPr/>
            </p:nvSpPr>
            <p:spPr>
              <a:xfrm>
                <a:off x="4386807" y="39298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9FB581BC-C1A1-4598-96EA-92ABDDBEE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807" y="3929867"/>
                <a:ext cx="577419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Conector de Seta Reta 89">
            <a:extLst>
              <a:ext uri="{FF2B5EF4-FFF2-40B4-BE49-F238E27FC236}">
                <a16:creationId xmlns:a16="http://schemas.microsoft.com/office/drawing/2014/main" id="{609F7F7D-0F9B-40CB-A499-FE2761C8F316}"/>
              </a:ext>
            </a:extLst>
          </p:cNvPr>
          <p:cNvCxnSpPr>
            <a:cxnSpLocks/>
          </p:cNvCxnSpPr>
          <p:nvPr/>
        </p:nvCxnSpPr>
        <p:spPr>
          <a:xfrm>
            <a:off x="2622430" y="2748052"/>
            <a:ext cx="0" cy="24765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238DC009-804B-4DB7-ADEA-ACDFB3D9AE7E}"/>
              </a:ext>
            </a:extLst>
          </p:cNvPr>
          <p:cNvCxnSpPr/>
          <p:nvPr/>
        </p:nvCxnSpPr>
        <p:spPr>
          <a:xfrm>
            <a:off x="3209138" y="2748052"/>
            <a:ext cx="0" cy="24765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Conector de Seta Reta 91">
            <a:extLst>
              <a:ext uri="{FF2B5EF4-FFF2-40B4-BE49-F238E27FC236}">
                <a16:creationId xmlns:a16="http://schemas.microsoft.com/office/drawing/2014/main" id="{DF84A0FA-CA4A-4F29-B115-6787740C6777}"/>
              </a:ext>
            </a:extLst>
          </p:cNvPr>
          <p:cNvCxnSpPr>
            <a:cxnSpLocks/>
          </p:cNvCxnSpPr>
          <p:nvPr/>
        </p:nvCxnSpPr>
        <p:spPr>
          <a:xfrm>
            <a:off x="3794381" y="2748052"/>
            <a:ext cx="0" cy="24765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Conector de Seta Reta 92">
            <a:extLst>
              <a:ext uri="{FF2B5EF4-FFF2-40B4-BE49-F238E27FC236}">
                <a16:creationId xmlns:a16="http://schemas.microsoft.com/office/drawing/2014/main" id="{8003701C-EB29-458A-9E4A-28A19BA66E77}"/>
              </a:ext>
            </a:extLst>
          </p:cNvPr>
          <p:cNvCxnSpPr/>
          <p:nvPr/>
        </p:nvCxnSpPr>
        <p:spPr>
          <a:xfrm>
            <a:off x="4382218" y="2748052"/>
            <a:ext cx="0" cy="24765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FE401C13-D9CB-4919-A2FF-7DD145659BCF}"/>
                  </a:ext>
                </a:extLst>
              </p:cNvPr>
              <p:cNvSpPr txBox="1"/>
              <p:nvPr/>
            </p:nvSpPr>
            <p:spPr>
              <a:xfrm>
                <a:off x="4299352" y="27981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CaixaDeTexto 93">
                <a:extLst>
                  <a:ext uri="{FF2B5EF4-FFF2-40B4-BE49-F238E27FC236}">
                    <a16:creationId xmlns:a16="http://schemas.microsoft.com/office/drawing/2014/main" id="{FE401C13-D9CB-4919-A2FF-7DD145659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352" y="2798122"/>
                <a:ext cx="577419" cy="26488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BB36D46C-D091-45F5-9681-EA6FC7D18FAA}"/>
                  </a:ext>
                </a:extLst>
              </p:cNvPr>
              <p:cNvSpPr txBox="1"/>
              <p:nvPr/>
            </p:nvSpPr>
            <p:spPr>
              <a:xfrm>
                <a:off x="3739887" y="27981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BB36D46C-D091-45F5-9681-EA6FC7D18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887" y="2798122"/>
                <a:ext cx="577419" cy="2648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CaixaDeTexto 95">
                <a:extLst>
                  <a:ext uri="{FF2B5EF4-FFF2-40B4-BE49-F238E27FC236}">
                    <a16:creationId xmlns:a16="http://schemas.microsoft.com/office/drawing/2014/main" id="{AF413E51-857A-4DFB-9FA5-C8255AC541E1}"/>
                  </a:ext>
                </a:extLst>
              </p:cNvPr>
              <p:cNvSpPr txBox="1"/>
              <p:nvPr/>
            </p:nvSpPr>
            <p:spPr>
              <a:xfrm>
                <a:off x="3066546" y="27981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CaixaDeTexto 95">
                <a:extLst>
                  <a:ext uri="{FF2B5EF4-FFF2-40B4-BE49-F238E27FC236}">
                    <a16:creationId xmlns:a16="http://schemas.microsoft.com/office/drawing/2014/main" id="{AF413E51-857A-4DFB-9FA5-C8255AC54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546" y="2798122"/>
                <a:ext cx="577419" cy="2648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CaixaDeTexto 96">
                <a:extLst>
                  <a:ext uri="{FF2B5EF4-FFF2-40B4-BE49-F238E27FC236}">
                    <a16:creationId xmlns:a16="http://schemas.microsoft.com/office/drawing/2014/main" id="{AD3A06A4-7D34-4D98-805E-CF37AAB54E6C}"/>
                  </a:ext>
                </a:extLst>
              </p:cNvPr>
              <p:cNvSpPr txBox="1"/>
              <p:nvPr/>
            </p:nvSpPr>
            <p:spPr>
              <a:xfrm>
                <a:off x="2539585" y="27981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CaixaDeTexto 96">
                <a:extLst>
                  <a:ext uri="{FF2B5EF4-FFF2-40B4-BE49-F238E27FC236}">
                    <a16:creationId xmlns:a16="http://schemas.microsoft.com/office/drawing/2014/main" id="{AD3A06A4-7D34-4D98-805E-CF37AAB54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585" y="2798122"/>
                <a:ext cx="577419" cy="2648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D29E849B-C8A6-486E-9D32-A92DADDBBEA0}"/>
              </a:ext>
            </a:extLst>
          </p:cNvPr>
          <p:cNvCxnSpPr>
            <a:cxnSpLocks/>
          </p:cNvCxnSpPr>
          <p:nvPr/>
        </p:nvCxnSpPr>
        <p:spPr>
          <a:xfrm>
            <a:off x="1463675" y="4346275"/>
            <a:ext cx="860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0FFFCF9-099B-405B-8C5B-3031F65FA156}"/>
              </a:ext>
            </a:extLst>
          </p:cNvPr>
          <p:cNvCxnSpPr/>
          <p:nvPr/>
        </p:nvCxnSpPr>
        <p:spPr>
          <a:xfrm>
            <a:off x="1463675" y="4202934"/>
            <a:ext cx="0" cy="28668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7726C398-78F6-4BF0-872A-2B640F81BA3B}"/>
              </a:ext>
            </a:extLst>
          </p:cNvPr>
          <p:cNvCxnSpPr>
            <a:cxnSpLocks/>
          </p:cNvCxnSpPr>
          <p:nvPr/>
        </p:nvCxnSpPr>
        <p:spPr>
          <a:xfrm flipH="1">
            <a:off x="1372762" y="4207696"/>
            <a:ext cx="90000" cy="90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56B425EF-261C-4BFF-9BEF-34AEBEDC7F81}"/>
              </a:ext>
            </a:extLst>
          </p:cNvPr>
          <p:cNvCxnSpPr>
            <a:cxnSpLocks/>
          </p:cNvCxnSpPr>
          <p:nvPr/>
        </p:nvCxnSpPr>
        <p:spPr>
          <a:xfrm flipH="1">
            <a:off x="1372762" y="4296872"/>
            <a:ext cx="90000" cy="90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2E7D8AD9-70DB-4D27-B019-D89C8EF409CE}"/>
              </a:ext>
            </a:extLst>
          </p:cNvPr>
          <p:cNvCxnSpPr>
            <a:cxnSpLocks/>
          </p:cNvCxnSpPr>
          <p:nvPr/>
        </p:nvCxnSpPr>
        <p:spPr>
          <a:xfrm flipH="1">
            <a:off x="1373674" y="4381275"/>
            <a:ext cx="90000" cy="90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B434F757-6562-4A68-89FA-CB67975A8019}"/>
              </a:ext>
            </a:extLst>
          </p:cNvPr>
          <p:cNvCxnSpPr>
            <a:cxnSpLocks/>
          </p:cNvCxnSpPr>
          <p:nvPr/>
        </p:nvCxnSpPr>
        <p:spPr>
          <a:xfrm flipH="1">
            <a:off x="1373674" y="4476048"/>
            <a:ext cx="90000" cy="90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DE4EF16F-0DE5-4439-82F3-5A7BEBC3DE0E}"/>
                  </a:ext>
                </a:extLst>
              </p:cNvPr>
              <p:cNvSpPr txBox="1"/>
              <p:nvPr/>
            </p:nvSpPr>
            <p:spPr>
              <a:xfrm>
                <a:off x="5352209" y="4164431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DE4EF16F-0DE5-4439-82F3-5A7BEBC3D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209" y="4164431"/>
                <a:ext cx="577419" cy="26488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75B43D06-1195-4372-A085-DE20407AA23F}"/>
                  </a:ext>
                </a:extLst>
              </p:cNvPr>
              <p:cNvSpPr txBox="1"/>
              <p:nvPr/>
            </p:nvSpPr>
            <p:spPr>
              <a:xfrm>
                <a:off x="1323522" y="4076340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75B43D06-1195-4372-A085-DE20407AA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522" y="4076340"/>
                <a:ext cx="577419" cy="26488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19B15ECC-3386-45FD-93B3-4B3B27FF5CEC}"/>
              </a:ext>
            </a:extLst>
          </p:cNvPr>
          <p:cNvCxnSpPr>
            <a:cxnSpLocks/>
          </p:cNvCxnSpPr>
          <p:nvPr/>
        </p:nvCxnSpPr>
        <p:spPr>
          <a:xfrm rot="5400000">
            <a:off x="1701114" y="4216459"/>
            <a:ext cx="0" cy="24765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6E2A14EB-88D7-4AA6-AD1D-2B14EE989C21}"/>
              </a:ext>
            </a:extLst>
          </p:cNvPr>
          <p:cNvSpPr/>
          <p:nvPr/>
        </p:nvSpPr>
        <p:spPr>
          <a:xfrm>
            <a:off x="1959276" y="1112893"/>
            <a:ext cx="3086094" cy="570466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4774D1D-5F08-420E-8821-966BAB8C5A00}"/>
              </a:ext>
            </a:extLst>
          </p:cNvPr>
          <p:cNvSpPr/>
          <p:nvPr/>
        </p:nvSpPr>
        <p:spPr>
          <a:xfrm>
            <a:off x="2622430" y="1397479"/>
            <a:ext cx="586596" cy="58659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7ADFB40-E940-48F0-8D7B-5DB8494A3B2C}"/>
              </a:ext>
            </a:extLst>
          </p:cNvPr>
          <p:cNvSpPr/>
          <p:nvPr/>
        </p:nvSpPr>
        <p:spPr>
          <a:xfrm>
            <a:off x="3795621" y="1397479"/>
            <a:ext cx="586596" cy="58659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E4F26578-957C-4DEC-8A73-643B62840241}"/>
                  </a:ext>
                </a:extLst>
              </p:cNvPr>
              <p:cNvSpPr txBox="1"/>
              <p:nvPr/>
            </p:nvSpPr>
            <p:spPr>
              <a:xfrm>
                <a:off x="2627019" y="15676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E4F26578-957C-4DEC-8A73-643B62840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019" y="1567667"/>
                <a:ext cx="577419" cy="24622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EF50685A-378A-4B15-8835-4B7ED5175ED9}"/>
                  </a:ext>
                </a:extLst>
              </p:cNvPr>
              <p:cNvSpPr txBox="1"/>
              <p:nvPr/>
            </p:nvSpPr>
            <p:spPr>
              <a:xfrm>
                <a:off x="3800210" y="15676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EF50685A-378A-4B15-8835-4B7ED5175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210" y="1567667"/>
                <a:ext cx="577419" cy="24622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E2176CCC-CC34-4D0C-BA4C-C3B6CECF8AD9}"/>
              </a:ext>
            </a:extLst>
          </p:cNvPr>
          <p:cNvCxnSpPr>
            <a:cxnSpLocks/>
          </p:cNvCxnSpPr>
          <p:nvPr/>
        </p:nvCxnSpPr>
        <p:spPr>
          <a:xfrm>
            <a:off x="3491098" y="542428"/>
            <a:ext cx="0" cy="57046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084D6812-C86B-4C2E-BFD6-82E1AD5738A4}"/>
              </a:ext>
            </a:extLst>
          </p:cNvPr>
          <p:cNvCxnSpPr/>
          <p:nvPr/>
        </p:nvCxnSpPr>
        <p:spPr>
          <a:xfrm rot="5400000">
            <a:off x="3491098" y="399087"/>
            <a:ext cx="0" cy="28668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A6499AA9-67EE-4042-A194-106F8A719F19}"/>
              </a:ext>
            </a:extLst>
          </p:cNvPr>
          <p:cNvCxnSpPr>
            <a:cxnSpLocks/>
          </p:cNvCxnSpPr>
          <p:nvPr/>
        </p:nvCxnSpPr>
        <p:spPr>
          <a:xfrm rot="5400000" flipH="1">
            <a:off x="3539677" y="451515"/>
            <a:ext cx="90000" cy="90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12ABEA4B-5DE9-472F-A9C2-063B6B7F3E90}"/>
              </a:ext>
            </a:extLst>
          </p:cNvPr>
          <p:cNvCxnSpPr>
            <a:cxnSpLocks/>
          </p:cNvCxnSpPr>
          <p:nvPr/>
        </p:nvCxnSpPr>
        <p:spPr>
          <a:xfrm rot="5400000" flipH="1">
            <a:off x="3450501" y="451515"/>
            <a:ext cx="90000" cy="90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599F7FE3-6472-4024-99A1-EF14AE59F16B}"/>
              </a:ext>
            </a:extLst>
          </p:cNvPr>
          <p:cNvCxnSpPr>
            <a:cxnSpLocks/>
          </p:cNvCxnSpPr>
          <p:nvPr/>
        </p:nvCxnSpPr>
        <p:spPr>
          <a:xfrm rot="5400000" flipH="1">
            <a:off x="3366098" y="452427"/>
            <a:ext cx="90000" cy="90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4BE8B32E-3F80-45F2-B9CA-3269EC236E58}"/>
              </a:ext>
            </a:extLst>
          </p:cNvPr>
          <p:cNvCxnSpPr>
            <a:cxnSpLocks/>
          </p:cNvCxnSpPr>
          <p:nvPr/>
        </p:nvCxnSpPr>
        <p:spPr>
          <a:xfrm rot="5400000" flipH="1">
            <a:off x="3271325" y="452427"/>
            <a:ext cx="90000" cy="90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4A203FED-1045-475A-9D8D-D02BA42A65D3}"/>
              </a:ext>
            </a:extLst>
          </p:cNvPr>
          <p:cNvCxnSpPr>
            <a:cxnSpLocks/>
          </p:cNvCxnSpPr>
          <p:nvPr/>
        </p:nvCxnSpPr>
        <p:spPr>
          <a:xfrm rot="10800000">
            <a:off x="3490739" y="656042"/>
            <a:ext cx="0" cy="247650"/>
          </a:xfrm>
          <a:prstGeom prst="straightConnector1">
            <a:avLst/>
          </a:prstGeom>
          <a:ln w="190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338F8913-DA83-4C0D-80E4-AC342BC2BD92}"/>
                  </a:ext>
                </a:extLst>
              </p:cNvPr>
              <p:cNvSpPr txBox="1"/>
              <p:nvPr/>
            </p:nvSpPr>
            <p:spPr>
              <a:xfrm>
                <a:off x="3347757" y="523100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338F8913-DA83-4C0D-80E4-AC342BC2B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757" y="523100"/>
                <a:ext cx="577419" cy="264881"/>
              </a:xfrm>
              <a:prstGeom prst="rect">
                <a:avLst/>
              </a:prstGeom>
              <a:blipFill>
                <a:blip r:embed="rId21"/>
                <a:stretch>
                  <a:fillRect t="-69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CBCD59B5-A592-4DC0-8CBE-619115EEA0AF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3502323" y="1683359"/>
            <a:ext cx="0" cy="377082"/>
          </a:xfrm>
          <a:prstGeom prst="line">
            <a:avLst/>
          </a:prstGeom>
          <a:ln>
            <a:head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9ACFD6A7-0DFD-4583-83DA-AE06E1FC2A4E}"/>
                  </a:ext>
                </a:extLst>
              </p:cNvPr>
              <p:cNvSpPr txBox="1"/>
              <p:nvPr/>
            </p:nvSpPr>
            <p:spPr>
              <a:xfrm>
                <a:off x="3316325" y="1967945"/>
                <a:ext cx="577419" cy="254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𝑚𝑡</m:t>
                      </m:r>
                      <m:acc>
                        <m:accPr>
                          <m:chr m:val="⃗"/>
                          <m:ctrlPr>
                            <a:rPr lang="pt-BR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</m:acc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5" name="CaixaDeTexto 74">
                <a:extLst>
                  <a:ext uri="{FF2B5EF4-FFF2-40B4-BE49-F238E27FC236}">
                    <a16:creationId xmlns:a16="http://schemas.microsoft.com/office/drawing/2014/main" id="{9ACFD6A7-0DFD-4583-83DA-AE06E1FC2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325" y="1967945"/>
                <a:ext cx="577419" cy="254750"/>
              </a:xfrm>
              <a:prstGeom prst="rect">
                <a:avLst/>
              </a:prstGeom>
              <a:blipFill>
                <a:blip r:embed="rId22"/>
                <a:stretch>
                  <a:fillRect t="-4762" r="-4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EAE33A46-362B-4E45-A02D-6E9476E930E1}"/>
              </a:ext>
            </a:extLst>
          </p:cNvPr>
          <p:cNvCxnSpPr>
            <a:cxnSpLocks/>
          </p:cNvCxnSpPr>
          <p:nvPr/>
        </p:nvCxnSpPr>
        <p:spPr>
          <a:xfrm>
            <a:off x="1754242" y="1683359"/>
            <a:ext cx="0" cy="236961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1A9EB4E-9023-4A8D-B45D-0CBC62D47097}"/>
              </a:ext>
            </a:extLst>
          </p:cNvPr>
          <p:cNvCxnSpPr/>
          <p:nvPr/>
        </p:nvCxnSpPr>
        <p:spPr>
          <a:xfrm>
            <a:off x="1649014" y="1683359"/>
            <a:ext cx="2537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1CFCD5D-240D-4DE9-A39F-93430DC08381}"/>
              </a:ext>
            </a:extLst>
          </p:cNvPr>
          <p:cNvCxnSpPr/>
          <p:nvPr/>
        </p:nvCxnSpPr>
        <p:spPr>
          <a:xfrm>
            <a:off x="1649014" y="4048222"/>
            <a:ext cx="2537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3EE042DF-1593-4436-BE19-7053D8D67A60}"/>
              </a:ext>
            </a:extLst>
          </p:cNvPr>
          <p:cNvSpPr txBox="1"/>
          <p:nvPr/>
        </p:nvSpPr>
        <p:spPr>
          <a:xfrm>
            <a:off x="1375571" y="2798122"/>
            <a:ext cx="5774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023424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ipse 17">
            <a:extLst>
              <a:ext uri="{FF2B5EF4-FFF2-40B4-BE49-F238E27FC236}">
                <a16:creationId xmlns:a16="http://schemas.microsoft.com/office/drawing/2014/main" id="{3930E931-F8FF-4FB5-BB2D-A3F6127BBDD0}"/>
              </a:ext>
            </a:extLst>
          </p:cNvPr>
          <p:cNvSpPr/>
          <p:nvPr/>
        </p:nvSpPr>
        <p:spPr>
          <a:xfrm>
            <a:off x="2035834" y="37596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EC3F9F27-B1A0-4B0D-8BA0-527CF054F85B}"/>
              </a:ext>
            </a:extLst>
          </p:cNvPr>
          <p:cNvSpPr/>
          <p:nvPr/>
        </p:nvSpPr>
        <p:spPr>
          <a:xfrm>
            <a:off x="3209025" y="3759679"/>
            <a:ext cx="586596" cy="586596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E26E1BB-B5AD-45B2-B01D-4E59035F8441}"/>
              </a:ext>
            </a:extLst>
          </p:cNvPr>
          <p:cNvSpPr/>
          <p:nvPr/>
        </p:nvSpPr>
        <p:spPr>
          <a:xfrm>
            <a:off x="4382218" y="37596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F0B5FC9-F94C-46B7-A436-B55A397C5335}"/>
              </a:ext>
            </a:extLst>
          </p:cNvPr>
          <p:cNvCxnSpPr>
            <a:cxnSpLocks/>
          </p:cNvCxnSpPr>
          <p:nvPr/>
        </p:nvCxnSpPr>
        <p:spPr>
          <a:xfrm>
            <a:off x="2622430" y="1690777"/>
            <a:ext cx="0" cy="2362200"/>
          </a:xfrm>
          <a:prstGeom prst="line">
            <a:avLst/>
          </a:prstGeom>
          <a:ln>
            <a:head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9EBCC2EA-1D45-47DB-877A-E05F91AED2E2}"/>
              </a:ext>
            </a:extLst>
          </p:cNvPr>
          <p:cNvCxnSpPr>
            <a:cxnSpLocks/>
          </p:cNvCxnSpPr>
          <p:nvPr/>
        </p:nvCxnSpPr>
        <p:spPr>
          <a:xfrm>
            <a:off x="3209026" y="1690777"/>
            <a:ext cx="0" cy="2362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23750380-3435-4D73-BB2E-9D16BB6D096D}"/>
              </a:ext>
            </a:extLst>
          </p:cNvPr>
          <p:cNvCxnSpPr>
            <a:cxnSpLocks/>
          </p:cNvCxnSpPr>
          <p:nvPr/>
        </p:nvCxnSpPr>
        <p:spPr>
          <a:xfrm>
            <a:off x="3795622" y="1690777"/>
            <a:ext cx="0" cy="2362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65D9810-C214-427F-BE44-8F01378E9938}"/>
              </a:ext>
            </a:extLst>
          </p:cNvPr>
          <p:cNvCxnSpPr>
            <a:cxnSpLocks/>
          </p:cNvCxnSpPr>
          <p:nvPr/>
        </p:nvCxnSpPr>
        <p:spPr>
          <a:xfrm>
            <a:off x="4382218" y="1690777"/>
            <a:ext cx="0" cy="2362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897020E8-94B4-431E-A589-28FA461CD1C8}"/>
              </a:ext>
            </a:extLst>
          </p:cNvPr>
          <p:cNvCxnSpPr>
            <a:cxnSpLocks/>
            <a:endCxn id="22" idx="4"/>
          </p:cNvCxnSpPr>
          <p:nvPr/>
        </p:nvCxnSpPr>
        <p:spPr>
          <a:xfrm flipH="1">
            <a:off x="4675516" y="4346275"/>
            <a:ext cx="861684" cy="0"/>
          </a:xfrm>
          <a:prstGeom prst="line">
            <a:avLst/>
          </a:prstGeom>
          <a:ln>
            <a:head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238DC009-804B-4DB7-ADEA-ACDFB3D9AE7E}"/>
              </a:ext>
            </a:extLst>
          </p:cNvPr>
          <p:cNvCxnSpPr/>
          <p:nvPr/>
        </p:nvCxnSpPr>
        <p:spPr>
          <a:xfrm>
            <a:off x="3209138" y="2748052"/>
            <a:ext cx="0" cy="24765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Conector de Seta Reta 91">
            <a:extLst>
              <a:ext uri="{FF2B5EF4-FFF2-40B4-BE49-F238E27FC236}">
                <a16:creationId xmlns:a16="http://schemas.microsoft.com/office/drawing/2014/main" id="{DF84A0FA-CA4A-4F29-B115-6787740C6777}"/>
              </a:ext>
            </a:extLst>
          </p:cNvPr>
          <p:cNvCxnSpPr>
            <a:cxnSpLocks/>
          </p:cNvCxnSpPr>
          <p:nvPr/>
        </p:nvCxnSpPr>
        <p:spPr>
          <a:xfrm>
            <a:off x="3794381" y="2748052"/>
            <a:ext cx="0" cy="24765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BB36D46C-D091-45F5-9681-EA6FC7D18FAA}"/>
                  </a:ext>
                </a:extLst>
              </p:cNvPr>
              <p:cNvSpPr txBox="1"/>
              <p:nvPr/>
            </p:nvSpPr>
            <p:spPr>
              <a:xfrm>
                <a:off x="3644276" y="27981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BB36D46C-D091-45F5-9681-EA6FC7D18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276" y="2798122"/>
                <a:ext cx="577419" cy="2648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CaixaDeTexto 95">
                <a:extLst>
                  <a:ext uri="{FF2B5EF4-FFF2-40B4-BE49-F238E27FC236}">
                    <a16:creationId xmlns:a16="http://schemas.microsoft.com/office/drawing/2014/main" id="{AF413E51-857A-4DFB-9FA5-C8255AC541E1}"/>
                  </a:ext>
                </a:extLst>
              </p:cNvPr>
              <p:cNvSpPr txBox="1"/>
              <p:nvPr/>
            </p:nvSpPr>
            <p:spPr>
              <a:xfrm>
                <a:off x="3066546" y="27981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CaixaDeTexto 95">
                <a:extLst>
                  <a:ext uri="{FF2B5EF4-FFF2-40B4-BE49-F238E27FC236}">
                    <a16:creationId xmlns:a16="http://schemas.microsoft.com/office/drawing/2014/main" id="{AF413E51-857A-4DFB-9FA5-C8255AC54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546" y="2798122"/>
                <a:ext cx="577419" cy="2648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D29E849B-C8A6-486E-9D32-A92DADDBBEA0}"/>
              </a:ext>
            </a:extLst>
          </p:cNvPr>
          <p:cNvCxnSpPr>
            <a:cxnSpLocks/>
          </p:cNvCxnSpPr>
          <p:nvPr/>
        </p:nvCxnSpPr>
        <p:spPr>
          <a:xfrm>
            <a:off x="1463675" y="4346275"/>
            <a:ext cx="860400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DE4EF16F-0DE5-4439-82F3-5A7BEBC3DE0E}"/>
                  </a:ext>
                </a:extLst>
              </p:cNvPr>
              <p:cNvSpPr txBox="1"/>
              <p:nvPr/>
            </p:nvSpPr>
            <p:spPr>
              <a:xfrm>
                <a:off x="5352209" y="4164431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DE4EF16F-0DE5-4439-82F3-5A7BEBC3D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209" y="4164431"/>
                <a:ext cx="577419" cy="26488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75B43D06-1195-4372-A085-DE20407AA23F}"/>
                  </a:ext>
                </a:extLst>
              </p:cNvPr>
              <p:cNvSpPr txBox="1"/>
              <p:nvPr/>
            </p:nvSpPr>
            <p:spPr>
              <a:xfrm>
                <a:off x="1117539" y="4179579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75B43D06-1195-4372-A085-DE20407AA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39" y="4179579"/>
                <a:ext cx="577419" cy="26488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6E2A14EB-88D7-4AA6-AD1D-2B14EE989C21}"/>
              </a:ext>
            </a:extLst>
          </p:cNvPr>
          <p:cNvSpPr/>
          <p:nvPr/>
        </p:nvSpPr>
        <p:spPr>
          <a:xfrm>
            <a:off x="1959276" y="1112893"/>
            <a:ext cx="3086094" cy="570466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4774D1D-5F08-420E-8821-966BAB8C5A00}"/>
              </a:ext>
            </a:extLst>
          </p:cNvPr>
          <p:cNvSpPr/>
          <p:nvPr/>
        </p:nvSpPr>
        <p:spPr>
          <a:xfrm>
            <a:off x="2622430" y="1397479"/>
            <a:ext cx="586596" cy="58659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7ADFB40-E940-48F0-8D7B-5DB8494A3B2C}"/>
              </a:ext>
            </a:extLst>
          </p:cNvPr>
          <p:cNvSpPr/>
          <p:nvPr/>
        </p:nvSpPr>
        <p:spPr>
          <a:xfrm>
            <a:off x="3795621" y="1397479"/>
            <a:ext cx="586596" cy="58659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E2176CCC-CC34-4D0C-BA4C-C3B6CECF8AD9}"/>
              </a:ext>
            </a:extLst>
          </p:cNvPr>
          <p:cNvCxnSpPr>
            <a:cxnSpLocks/>
          </p:cNvCxnSpPr>
          <p:nvPr/>
        </p:nvCxnSpPr>
        <p:spPr>
          <a:xfrm>
            <a:off x="3491098" y="542428"/>
            <a:ext cx="0" cy="570465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338F8913-DA83-4C0D-80E4-AC342BC2BD92}"/>
                  </a:ext>
                </a:extLst>
              </p:cNvPr>
              <p:cNvSpPr txBox="1"/>
              <p:nvPr/>
            </p:nvSpPr>
            <p:spPr>
              <a:xfrm>
                <a:off x="3347757" y="523100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338F8913-DA83-4C0D-80E4-AC342BC2B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757" y="523100"/>
                <a:ext cx="577419" cy="264881"/>
              </a:xfrm>
              <a:prstGeom prst="rect">
                <a:avLst/>
              </a:prstGeom>
              <a:blipFill>
                <a:blip r:embed="rId21"/>
                <a:stretch>
                  <a:fillRect t="-69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A738F877-FEC0-41C6-A43D-33772811979D}"/>
              </a:ext>
            </a:extLst>
          </p:cNvPr>
          <p:cNvCxnSpPr>
            <a:cxnSpLocks/>
          </p:cNvCxnSpPr>
          <p:nvPr/>
        </p:nvCxnSpPr>
        <p:spPr>
          <a:xfrm>
            <a:off x="3497862" y="3282950"/>
            <a:ext cx="0" cy="474567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28EA52A5-7DF8-43AE-9FEE-AB80450FA1D2}"/>
                  </a:ext>
                </a:extLst>
              </p:cNvPr>
              <p:cNvSpPr txBox="1"/>
              <p:nvPr/>
            </p:nvSpPr>
            <p:spPr>
              <a:xfrm>
                <a:off x="3230350" y="305677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28EA52A5-7DF8-43AE-9FEE-AB80450FA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350" y="3056772"/>
                <a:ext cx="577419" cy="26488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4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D4774D1D-5F08-420E-8821-966BAB8C5A00}"/>
              </a:ext>
            </a:extLst>
          </p:cNvPr>
          <p:cNvSpPr/>
          <p:nvPr/>
        </p:nvSpPr>
        <p:spPr>
          <a:xfrm>
            <a:off x="2622430" y="1397479"/>
            <a:ext cx="586596" cy="58659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F0B5FC9-F94C-46B7-A436-B55A397C5335}"/>
              </a:ext>
            </a:extLst>
          </p:cNvPr>
          <p:cNvCxnSpPr>
            <a:cxnSpLocks/>
          </p:cNvCxnSpPr>
          <p:nvPr/>
        </p:nvCxnSpPr>
        <p:spPr>
          <a:xfrm>
            <a:off x="2622430" y="1690776"/>
            <a:ext cx="0" cy="72000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9EBCC2EA-1D45-47DB-877A-E05F91AED2E2}"/>
              </a:ext>
            </a:extLst>
          </p:cNvPr>
          <p:cNvCxnSpPr>
            <a:cxnSpLocks/>
          </p:cNvCxnSpPr>
          <p:nvPr/>
        </p:nvCxnSpPr>
        <p:spPr>
          <a:xfrm>
            <a:off x="3209026" y="1690776"/>
            <a:ext cx="0" cy="720000"/>
          </a:xfrm>
          <a:prstGeom prst="line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E4F26578-957C-4DEC-8A73-643B62840241}"/>
                  </a:ext>
                </a:extLst>
              </p:cNvPr>
              <p:cNvSpPr txBox="1"/>
              <p:nvPr/>
            </p:nvSpPr>
            <p:spPr>
              <a:xfrm>
                <a:off x="2627729" y="1567667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CaixaDeTexto 82">
                <a:extLst>
                  <a:ext uri="{FF2B5EF4-FFF2-40B4-BE49-F238E27FC236}">
                    <a16:creationId xmlns:a16="http://schemas.microsoft.com/office/drawing/2014/main" id="{E4F26578-957C-4DEC-8A73-643B62840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29" y="1567667"/>
                <a:ext cx="577419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CaixaDeTexto 95">
                <a:extLst>
                  <a:ext uri="{FF2B5EF4-FFF2-40B4-BE49-F238E27FC236}">
                    <a16:creationId xmlns:a16="http://schemas.microsoft.com/office/drawing/2014/main" id="{AF413E51-857A-4DFB-9FA5-C8255AC541E1}"/>
                  </a:ext>
                </a:extLst>
              </p:cNvPr>
              <p:cNvSpPr txBox="1"/>
              <p:nvPr/>
            </p:nvSpPr>
            <p:spPr>
              <a:xfrm>
                <a:off x="3130046" y="22139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6" name="CaixaDeTexto 95">
                <a:extLst>
                  <a:ext uri="{FF2B5EF4-FFF2-40B4-BE49-F238E27FC236}">
                    <a16:creationId xmlns:a16="http://schemas.microsoft.com/office/drawing/2014/main" id="{AF413E51-857A-4DFB-9FA5-C8255AC54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046" y="2213922"/>
                <a:ext cx="577419" cy="2648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CaixaDeTexto 96">
                <a:extLst>
                  <a:ext uri="{FF2B5EF4-FFF2-40B4-BE49-F238E27FC236}">
                    <a16:creationId xmlns:a16="http://schemas.microsoft.com/office/drawing/2014/main" id="{AD3A06A4-7D34-4D98-805E-CF37AAB54E6C}"/>
                  </a:ext>
                </a:extLst>
              </p:cNvPr>
              <p:cNvSpPr txBox="1"/>
              <p:nvPr/>
            </p:nvSpPr>
            <p:spPr>
              <a:xfrm>
                <a:off x="2489127" y="2213922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CaixaDeTexto 96">
                <a:extLst>
                  <a:ext uri="{FF2B5EF4-FFF2-40B4-BE49-F238E27FC236}">
                    <a16:creationId xmlns:a16="http://schemas.microsoft.com/office/drawing/2014/main" id="{AD3A06A4-7D34-4D98-805E-CF37AAB54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127" y="2213922"/>
                <a:ext cx="577419" cy="2648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aixaDeTexto 98">
                <a:extLst>
                  <a:ext uri="{FF2B5EF4-FFF2-40B4-BE49-F238E27FC236}">
                    <a16:creationId xmlns:a16="http://schemas.microsoft.com/office/drawing/2014/main" id="{B7D86D02-3FDA-4F2B-AEDF-705C505DD422}"/>
                  </a:ext>
                </a:extLst>
              </p:cNvPr>
              <p:cNvSpPr txBox="1"/>
              <p:nvPr/>
            </p:nvSpPr>
            <p:spPr>
              <a:xfrm>
                <a:off x="2982119" y="1313170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9" name="CaixaDeTexto 98">
                <a:extLst>
                  <a:ext uri="{FF2B5EF4-FFF2-40B4-BE49-F238E27FC236}">
                    <a16:creationId xmlns:a16="http://schemas.microsoft.com/office/drawing/2014/main" id="{B7D86D02-3FDA-4F2B-AEDF-705C505DD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119" y="1313170"/>
                <a:ext cx="577419" cy="2648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AAA0842-3F12-437A-8F47-75AF272A2797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5775228" y="2259528"/>
            <a:ext cx="1273557" cy="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68EB33C-DC13-4412-B892-16B09E712798}"/>
                  </a:ext>
                </a:extLst>
              </p:cNvPr>
              <p:cNvSpPr txBox="1"/>
              <p:nvPr/>
            </p:nvSpPr>
            <p:spPr>
              <a:xfrm>
                <a:off x="6867237" y="2081481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1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68EB33C-DC13-4412-B892-16B09E712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237" y="2081481"/>
                <a:ext cx="577419" cy="2648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Elipse 8">
            <a:extLst>
              <a:ext uri="{FF2B5EF4-FFF2-40B4-BE49-F238E27FC236}">
                <a16:creationId xmlns:a16="http://schemas.microsoft.com/office/drawing/2014/main" id="{34201C69-4230-4D5E-AB12-129E80F32598}"/>
              </a:ext>
            </a:extLst>
          </p:cNvPr>
          <p:cNvSpPr/>
          <p:nvPr/>
        </p:nvSpPr>
        <p:spPr>
          <a:xfrm>
            <a:off x="5574214" y="1421736"/>
            <a:ext cx="402027" cy="402027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4B470B0-D404-457F-A446-E367ABD3BDF8}"/>
                  </a:ext>
                </a:extLst>
              </p:cNvPr>
              <p:cNvSpPr txBox="1"/>
              <p:nvPr/>
            </p:nvSpPr>
            <p:spPr>
              <a:xfrm>
                <a:off x="5752731" y="1373589"/>
                <a:ext cx="18405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4B470B0-D404-457F-A446-E367ABD3B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31" y="1373589"/>
                <a:ext cx="184057" cy="246221"/>
              </a:xfrm>
              <a:prstGeom prst="rect">
                <a:avLst/>
              </a:prstGeom>
              <a:blipFill>
                <a:blip r:embed="rId7"/>
                <a:stretch>
                  <a:fillRect l="-2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lipse 16">
            <a:extLst>
              <a:ext uri="{FF2B5EF4-FFF2-40B4-BE49-F238E27FC236}">
                <a16:creationId xmlns:a16="http://schemas.microsoft.com/office/drawing/2014/main" id="{24AA2EAC-E6E3-476C-AC5B-CE1F269C44AB}"/>
              </a:ext>
            </a:extLst>
          </p:cNvPr>
          <p:cNvSpPr/>
          <p:nvPr/>
        </p:nvSpPr>
        <p:spPr>
          <a:xfrm>
            <a:off x="5138449" y="985971"/>
            <a:ext cx="1273557" cy="1273557"/>
          </a:xfrm>
          <a:prstGeom prst="ellipse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B0CECFA1-0FCE-4CBA-97A1-0B78DBD54616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633089" y="1622749"/>
            <a:ext cx="142138" cy="142139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10CCC6-2183-4FC5-BB22-45A62B8B6A87}"/>
              </a:ext>
            </a:extLst>
          </p:cNvPr>
          <p:cNvCxnSpPr>
            <a:cxnSpLocks/>
            <a:endCxn id="17" idx="1"/>
          </p:cNvCxnSpPr>
          <p:nvPr/>
        </p:nvCxnSpPr>
        <p:spPr>
          <a:xfrm flipH="1" flipV="1">
            <a:off x="5324957" y="1172479"/>
            <a:ext cx="450270" cy="450270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F16C5C27-D375-413C-B5DA-9950939C0AAC}"/>
                  </a:ext>
                </a:extLst>
              </p:cNvPr>
              <p:cNvSpPr txBox="1"/>
              <p:nvPr/>
            </p:nvSpPr>
            <p:spPr>
              <a:xfrm>
                <a:off x="5633089" y="1471300"/>
                <a:ext cx="12460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F16C5C27-D375-413C-B5DA-9950939C0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089" y="1471300"/>
                <a:ext cx="124609" cy="246221"/>
              </a:xfrm>
              <a:prstGeom prst="rect">
                <a:avLst/>
              </a:prstGeom>
              <a:blipFill>
                <a:blip r:embed="rId8"/>
                <a:stretch>
                  <a:fillRect l="-28571" r="-47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BD6B88E2-2183-4507-A4E3-AF5153CC7E43}"/>
                  </a:ext>
                </a:extLst>
              </p:cNvPr>
              <p:cNvSpPr txBox="1"/>
              <p:nvPr/>
            </p:nvSpPr>
            <p:spPr>
              <a:xfrm>
                <a:off x="5521018" y="1142524"/>
                <a:ext cx="12460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BD6B88E2-2183-4507-A4E3-AF5153CC7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018" y="1142524"/>
                <a:ext cx="124609" cy="246221"/>
              </a:xfrm>
              <a:prstGeom prst="rect">
                <a:avLst/>
              </a:prstGeom>
              <a:blipFill>
                <a:blip r:embed="rId9"/>
                <a:stretch>
                  <a:fillRect l="-35000" r="-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7E90A0AE-6B31-426D-A31C-D67871D61F63}"/>
                  </a:ext>
                </a:extLst>
              </p:cNvPr>
              <p:cNvSpPr txBox="1"/>
              <p:nvPr/>
            </p:nvSpPr>
            <p:spPr>
              <a:xfrm>
                <a:off x="5911943" y="987762"/>
                <a:ext cx="18405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7E90A0AE-6B31-426D-A31C-D67871D61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943" y="987762"/>
                <a:ext cx="184057" cy="246221"/>
              </a:xfrm>
              <a:prstGeom prst="rect">
                <a:avLst/>
              </a:prstGeom>
              <a:blipFill>
                <a:blip r:embed="rId10"/>
                <a:stretch>
                  <a:fillRect l="-23333" r="-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5317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ipse 17">
            <a:extLst>
              <a:ext uri="{FF2B5EF4-FFF2-40B4-BE49-F238E27FC236}">
                <a16:creationId xmlns:a16="http://schemas.microsoft.com/office/drawing/2014/main" id="{3930E931-F8FF-4FB5-BB2D-A3F6127BBDD0}"/>
              </a:ext>
            </a:extLst>
          </p:cNvPr>
          <p:cNvSpPr/>
          <p:nvPr/>
        </p:nvSpPr>
        <p:spPr>
          <a:xfrm>
            <a:off x="1373289" y="4048447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EC3F9F27-B1A0-4B0D-8BA0-527CF054F85B}"/>
                  </a:ext>
                </a:extLst>
              </p:cNvPr>
              <p:cNvSpPr/>
              <p:nvPr/>
            </p:nvSpPr>
            <p:spPr>
              <a:xfrm>
                <a:off x="2094315" y="4063391"/>
                <a:ext cx="360000" cy="360000"/>
              </a:xfrm>
              <a:prstGeom prst="ellipse">
                <a:avLst/>
              </a:prstGeom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000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SG</m:t>
                      </m:r>
                    </m:oMath>
                  </m:oMathPara>
                </a14:m>
                <a:endParaRPr lang="pt-BR" sz="1000" dirty="0"/>
              </a:p>
            </p:txBody>
          </p:sp>
        </mc:Choice>
        <mc:Fallback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EC3F9F27-B1A0-4B0D-8BA0-527CF054F8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315" y="4063391"/>
                <a:ext cx="360000" cy="3600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lipse 21">
            <a:extLst>
              <a:ext uri="{FF2B5EF4-FFF2-40B4-BE49-F238E27FC236}">
                <a16:creationId xmlns:a16="http://schemas.microsoft.com/office/drawing/2014/main" id="{2E26E1BB-B5AD-45B2-B01D-4E59035F8441}"/>
              </a:ext>
            </a:extLst>
          </p:cNvPr>
          <p:cNvSpPr/>
          <p:nvPr/>
        </p:nvSpPr>
        <p:spPr>
          <a:xfrm>
            <a:off x="2808798" y="4063391"/>
            <a:ext cx="360000" cy="36000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F0B5FC9-F94C-46B7-A436-B55A397C5335}"/>
              </a:ext>
            </a:extLst>
          </p:cNvPr>
          <p:cNvCxnSpPr>
            <a:cxnSpLocks/>
            <a:endCxn id="18" idx="6"/>
          </p:cNvCxnSpPr>
          <p:nvPr/>
        </p:nvCxnSpPr>
        <p:spPr>
          <a:xfrm>
            <a:off x="1733289" y="2780821"/>
            <a:ext cx="0" cy="1447626"/>
          </a:xfrm>
          <a:prstGeom prst="line">
            <a:avLst/>
          </a:prstGeom>
          <a:ln>
            <a:head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9EBCC2EA-1D45-47DB-877A-E05F91AED2E2}"/>
              </a:ext>
            </a:extLst>
          </p:cNvPr>
          <p:cNvCxnSpPr>
            <a:cxnSpLocks/>
            <a:stCxn id="2" idx="6"/>
            <a:endCxn id="19" idx="2"/>
          </p:cNvCxnSpPr>
          <p:nvPr/>
        </p:nvCxnSpPr>
        <p:spPr>
          <a:xfrm flipH="1">
            <a:off x="2094315" y="2789283"/>
            <a:ext cx="2" cy="14541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23750380-3435-4D73-BB2E-9D16BB6D096D}"/>
              </a:ext>
            </a:extLst>
          </p:cNvPr>
          <p:cNvCxnSpPr>
            <a:cxnSpLocks/>
            <a:stCxn id="21" idx="2"/>
            <a:endCxn id="19" idx="6"/>
          </p:cNvCxnSpPr>
          <p:nvPr/>
        </p:nvCxnSpPr>
        <p:spPr>
          <a:xfrm>
            <a:off x="2450763" y="2789283"/>
            <a:ext cx="3552" cy="14541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65D9810-C214-427F-BE44-8F01378E9938}"/>
              </a:ext>
            </a:extLst>
          </p:cNvPr>
          <p:cNvCxnSpPr>
            <a:cxnSpLocks/>
            <a:stCxn id="21" idx="6"/>
            <a:endCxn id="22" idx="2"/>
          </p:cNvCxnSpPr>
          <p:nvPr/>
        </p:nvCxnSpPr>
        <p:spPr>
          <a:xfrm flipH="1">
            <a:off x="2808798" y="2789283"/>
            <a:ext cx="1965" cy="14541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897020E8-94B4-431E-A589-28FA461CD1C8}"/>
              </a:ext>
            </a:extLst>
          </p:cNvPr>
          <p:cNvCxnSpPr>
            <a:cxnSpLocks/>
            <a:endCxn id="22" idx="4"/>
          </p:cNvCxnSpPr>
          <p:nvPr/>
        </p:nvCxnSpPr>
        <p:spPr>
          <a:xfrm flipH="1" flipV="1">
            <a:off x="2988798" y="4423391"/>
            <a:ext cx="974982" cy="0"/>
          </a:xfrm>
          <a:prstGeom prst="line">
            <a:avLst/>
          </a:prstGeom>
          <a:ln>
            <a:head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D29E849B-C8A6-486E-9D32-A92DADDBBEA0}"/>
              </a:ext>
            </a:extLst>
          </p:cNvPr>
          <p:cNvCxnSpPr>
            <a:cxnSpLocks/>
          </p:cNvCxnSpPr>
          <p:nvPr/>
        </p:nvCxnSpPr>
        <p:spPr>
          <a:xfrm>
            <a:off x="673678" y="4408447"/>
            <a:ext cx="860400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DE4EF16F-0DE5-4439-82F3-5A7BEBC3DE0E}"/>
                  </a:ext>
                </a:extLst>
              </p:cNvPr>
              <p:cNvSpPr txBox="1"/>
              <p:nvPr/>
            </p:nvSpPr>
            <p:spPr>
              <a:xfrm>
                <a:off x="3770187" y="4268426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6" name="CaixaDeTexto 55">
                <a:extLst>
                  <a:ext uri="{FF2B5EF4-FFF2-40B4-BE49-F238E27FC236}">
                    <a16:creationId xmlns:a16="http://schemas.microsoft.com/office/drawing/2014/main" id="{DE4EF16F-0DE5-4439-82F3-5A7BEBC3D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187" y="4268426"/>
                <a:ext cx="577419" cy="2648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75B43D06-1195-4372-A085-DE20407AA23F}"/>
                  </a:ext>
                </a:extLst>
              </p:cNvPr>
              <p:cNvSpPr txBox="1"/>
              <p:nvPr/>
            </p:nvSpPr>
            <p:spPr>
              <a:xfrm>
                <a:off x="327542" y="4241751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75B43D06-1195-4372-A085-DE20407AA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42" y="4241751"/>
                <a:ext cx="577419" cy="2648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6E2A14EB-88D7-4AA6-AD1D-2B14EE989C21}"/>
              </a:ext>
            </a:extLst>
          </p:cNvPr>
          <p:cNvSpPr/>
          <p:nvPr/>
        </p:nvSpPr>
        <p:spPr>
          <a:xfrm>
            <a:off x="1243012" y="2445305"/>
            <a:ext cx="2055003" cy="344477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4774D1D-5F08-420E-8821-966BAB8C5A00}"/>
              </a:ext>
            </a:extLst>
          </p:cNvPr>
          <p:cNvSpPr/>
          <p:nvPr/>
        </p:nvSpPr>
        <p:spPr>
          <a:xfrm>
            <a:off x="1734317" y="2609283"/>
            <a:ext cx="360000" cy="360000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7ADFB40-E940-48F0-8D7B-5DB8494A3B2C}"/>
              </a:ext>
            </a:extLst>
          </p:cNvPr>
          <p:cNvSpPr/>
          <p:nvPr/>
        </p:nvSpPr>
        <p:spPr>
          <a:xfrm>
            <a:off x="2450763" y="2609283"/>
            <a:ext cx="360000" cy="360000"/>
          </a:xfrm>
          <a:prstGeom prst="ellipse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E2176CCC-CC34-4D0C-BA4C-C3B6CECF8AD9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270514" y="1996240"/>
            <a:ext cx="2800" cy="44906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338F8913-DA83-4C0D-80E4-AC342BC2BD92}"/>
                  </a:ext>
                </a:extLst>
              </p:cNvPr>
              <p:cNvSpPr txBox="1"/>
              <p:nvPr/>
            </p:nvSpPr>
            <p:spPr>
              <a:xfrm>
                <a:off x="1789756" y="1465452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2" name="CaixaDeTexto 71">
                <a:extLst>
                  <a:ext uri="{FF2B5EF4-FFF2-40B4-BE49-F238E27FC236}">
                    <a16:creationId xmlns:a16="http://schemas.microsoft.com/office/drawing/2014/main" id="{338F8913-DA83-4C0D-80E4-AC342BC2B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756" y="1465452"/>
                <a:ext cx="577419" cy="2462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Elipse 32">
            <a:extLst>
              <a:ext uri="{FF2B5EF4-FFF2-40B4-BE49-F238E27FC236}">
                <a16:creationId xmlns:a16="http://schemas.microsoft.com/office/drawing/2014/main" id="{59595C9D-A2E2-41A6-9E8D-DEE755E09560}"/>
              </a:ext>
            </a:extLst>
          </p:cNvPr>
          <p:cNvSpPr/>
          <p:nvPr/>
        </p:nvSpPr>
        <p:spPr>
          <a:xfrm>
            <a:off x="2884628" y="1365338"/>
            <a:ext cx="387576" cy="387576"/>
          </a:xfrm>
          <a:prstGeom prst="ellipse">
            <a:avLst/>
          </a:prstGeom>
          <a:ln w="19050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endParaRPr lang="pt-BR" sz="1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4" name="Cilindro 43">
            <a:extLst>
              <a:ext uri="{FF2B5EF4-FFF2-40B4-BE49-F238E27FC236}">
                <a16:creationId xmlns:a16="http://schemas.microsoft.com/office/drawing/2014/main" id="{46384960-A423-4FA8-8BB6-C9AA64033A61}"/>
              </a:ext>
            </a:extLst>
          </p:cNvPr>
          <p:cNvSpPr/>
          <p:nvPr/>
        </p:nvSpPr>
        <p:spPr>
          <a:xfrm rot="16200000">
            <a:off x="2783064" y="1481033"/>
            <a:ext cx="45719" cy="156187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ilindro 44">
            <a:extLst>
              <a:ext uri="{FF2B5EF4-FFF2-40B4-BE49-F238E27FC236}">
                <a16:creationId xmlns:a16="http://schemas.microsoft.com/office/drawing/2014/main" id="{B93F8775-C89B-4860-8EDA-09EA874B7C37}"/>
              </a:ext>
            </a:extLst>
          </p:cNvPr>
          <p:cNvSpPr/>
          <p:nvPr/>
        </p:nvSpPr>
        <p:spPr>
          <a:xfrm rot="16200000">
            <a:off x="2483132" y="1821261"/>
            <a:ext cx="423306" cy="107158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ilindro 3">
            <a:extLst>
              <a:ext uri="{FF2B5EF4-FFF2-40B4-BE49-F238E27FC236}">
                <a16:creationId xmlns:a16="http://schemas.microsoft.com/office/drawing/2014/main" id="{426CAB0B-53B7-47C8-85F2-714450C9C9C8}"/>
              </a:ext>
            </a:extLst>
          </p:cNvPr>
          <p:cNvSpPr/>
          <p:nvPr/>
        </p:nvSpPr>
        <p:spPr>
          <a:xfrm rot="16200000">
            <a:off x="2591972" y="1505548"/>
            <a:ext cx="205626" cy="107157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ilindro 45">
            <a:extLst>
              <a:ext uri="{FF2B5EF4-FFF2-40B4-BE49-F238E27FC236}">
                <a16:creationId xmlns:a16="http://schemas.microsoft.com/office/drawing/2014/main" id="{EAB3FBF3-D766-4266-9C4B-85A4B819BB52}"/>
              </a:ext>
            </a:extLst>
          </p:cNvPr>
          <p:cNvSpPr/>
          <p:nvPr/>
        </p:nvSpPr>
        <p:spPr>
          <a:xfrm rot="16200000">
            <a:off x="2481576" y="1718651"/>
            <a:ext cx="46785" cy="312376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ilindro 46">
            <a:extLst>
              <a:ext uri="{FF2B5EF4-FFF2-40B4-BE49-F238E27FC236}">
                <a16:creationId xmlns:a16="http://schemas.microsoft.com/office/drawing/2014/main" id="{C1C31AD1-CFF3-4529-88CA-8C1C4DBC0107}"/>
              </a:ext>
            </a:extLst>
          </p:cNvPr>
          <p:cNvSpPr/>
          <p:nvPr/>
        </p:nvSpPr>
        <p:spPr>
          <a:xfrm rot="16200000">
            <a:off x="2177305" y="1762364"/>
            <a:ext cx="235755" cy="224950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E98205BB-991E-463C-943D-686C781C5D91}"/>
              </a:ext>
            </a:extLst>
          </p:cNvPr>
          <p:cNvCxnSpPr>
            <a:cxnSpLocks/>
          </p:cNvCxnSpPr>
          <p:nvPr/>
        </p:nvCxnSpPr>
        <p:spPr>
          <a:xfrm>
            <a:off x="2339372" y="1987550"/>
            <a:ext cx="0" cy="22887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Arco 11">
            <a:extLst>
              <a:ext uri="{FF2B5EF4-FFF2-40B4-BE49-F238E27FC236}">
                <a16:creationId xmlns:a16="http://schemas.microsoft.com/office/drawing/2014/main" id="{979AAD5A-AC7A-42E9-8958-EBBF064BB365}"/>
              </a:ext>
            </a:extLst>
          </p:cNvPr>
          <p:cNvSpPr/>
          <p:nvPr/>
        </p:nvSpPr>
        <p:spPr>
          <a:xfrm>
            <a:off x="2295182" y="1756961"/>
            <a:ext cx="45719" cy="481414"/>
          </a:xfrm>
          <a:prstGeom prst="arc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ilindro 53">
            <a:extLst>
              <a:ext uri="{FF2B5EF4-FFF2-40B4-BE49-F238E27FC236}">
                <a16:creationId xmlns:a16="http://schemas.microsoft.com/office/drawing/2014/main" id="{69206381-0E18-4DA8-BF03-385FA757071F}"/>
              </a:ext>
            </a:extLst>
          </p:cNvPr>
          <p:cNvSpPr/>
          <p:nvPr/>
        </p:nvSpPr>
        <p:spPr>
          <a:xfrm rot="16200000">
            <a:off x="2108741" y="1789150"/>
            <a:ext cx="46786" cy="171378"/>
          </a:xfrm>
          <a:prstGeom prst="ca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865B831E-EFD6-4D3E-8255-AA61FB9F5CC4}"/>
                  </a:ext>
                </a:extLst>
              </p:cNvPr>
              <p:cNvSpPr/>
              <p:nvPr/>
            </p:nvSpPr>
            <p:spPr>
              <a:xfrm>
                <a:off x="1675130" y="1676195"/>
                <a:ext cx="387576" cy="387576"/>
              </a:xfrm>
              <a:prstGeom prst="ellipse">
                <a:avLst/>
              </a:prstGeom>
              <a:ln w="19050"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1000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ENC</m:t>
                      </m:r>
                    </m:oMath>
                  </m:oMathPara>
                </a14:m>
                <a:endParaRPr lang="pt-BR" sz="1000" dirty="0"/>
              </a:p>
            </p:txBody>
          </p:sp>
        </mc:Choice>
        <mc:Fallback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865B831E-EFD6-4D3E-8255-AA61FB9F5C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130" y="1676195"/>
                <a:ext cx="387576" cy="38757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A0C8E095-FBA6-4E3F-A764-5BF5878A983C}"/>
              </a:ext>
            </a:extLst>
          </p:cNvPr>
          <p:cNvCxnSpPr/>
          <p:nvPr/>
        </p:nvCxnSpPr>
        <p:spPr>
          <a:xfrm flipV="1">
            <a:off x="2270514" y="2245793"/>
            <a:ext cx="0" cy="1962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28AD2FEB-42F0-42D1-8A85-BB6164EEEAF8}"/>
                  </a:ext>
                </a:extLst>
              </p:cNvPr>
              <p:cNvSpPr txBox="1"/>
              <p:nvPr/>
            </p:nvSpPr>
            <p:spPr>
              <a:xfrm>
                <a:off x="2419677" y="1236810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28AD2FEB-42F0-42D1-8A85-BB6164EEE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677" y="1236810"/>
                <a:ext cx="577419" cy="2462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Fluxograma: Processo 62">
            <a:extLst>
              <a:ext uri="{FF2B5EF4-FFF2-40B4-BE49-F238E27FC236}">
                <a16:creationId xmlns:a16="http://schemas.microsoft.com/office/drawing/2014/main" id="{55395543-F472-44E6-8735-7934F58409C2}"/>
              </a:ext>
            </a:extLst>
          </p:cNvPr>
          <p:cNvSpPr/>
          <p:nvPr/>
        </p:nvSpPr>
        <p:spPr>
          <a:xfrm>
            <a:off x="9371300" y="1118687"/>
            <a:ext cx="653616" cy="40855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PID</a:t>
            </a:r>
          </a:p>
          <a:p>
            <a:pPr algn="ctr"/>
            <a:r>
              <a:rPr lang="pt-BR" sz="800" dirty="0"/>
              <a:t>Posição</a:t>
            </a:r>
            <a:endParaRPr lang="pt-BR" sz="1200" dirty="0"/>
          </a:p>
        </p:txBody>
      </p: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57E69EF6-9F50-474B-BFE7-474795E722D8}"/>
              </a:ext>
            </a:extLst>
          </p:cNvPr>
          <p:cNvCxnSpPr>
            <a:cxnSpLocks/>
          </p:cNvCxnSpPr>
          <p:nvPr/>
        </p:nvCxnSpPr>
        <p:spPr>
          <a:xfrm>
            <a:off x="11282825" y="1322963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5FC7C96F-F598-476E-8700-5A1E8FF20729}"/>
                  </a:ext>
                </a:extLst>
              </p:cNvPr>
              <p:cNvSpPr txBox="1"/>
              <p:nvPr/>
            </p:nvSpPr>
            <p:spPr>
              <a:xfrm>
                <a:off x="11567878" y="1045910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𝑃𝑉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5FC7C96F-F598-476E-8700-5A1E8FF20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878" y="1045910"/>
                <a:ext cx="55375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Fluxograma: Processo 65">
            <a:extLst>
              <a:ext uri="{FF2B5EF4-FFF2-40B4-BE49-F238E27FC236}">
                <a16:creationId xmlns:a16="http://schemas.microsoft.com/office/drawing/2014/main" id="{DD86B90C-8603-41A9-999D-1C199E0D0E4A}"/>
              </a:ext>
            </a:extLst>
          </p:cNvPr>
          <p:cNvSpPr/>
          <p:nvPr/>
        </p:nvSpPr>
        <p:spPr>
          <a:xfrm>
            <a:off x="10333266" y="982322"/>
            <a:ext cx="949559" cy="649479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ea typeface="Cambria Math" panose="02040503050406030204" pitchFamily="18" charset="0"/>
              </a:rPr>
              <a:t>Acumulador</a:t>
            </a:r>
          </a:p>
        </p:txBody>
      </p: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D4779E56-0E0E-4F26-B09E-BB6F4E42F170}"/>
              </a:ext>
            </a:extLst>
          </p:cNvPr>
          <p:cNvCxnSpPr>
            <a:cxnSpLocks/>
          </p:cNvCxnSpPr>
          <p:nvPr/>
        </p:nvCxnSpPr>
        <p:spPr>
          <a:xfrm>
            <a:off x="10024916" y="1322963"/>
            <a:ext cx="3083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Fluxograma: Conector 67">
            <a:extLst>
              <a:ext uri="{FF2B5EF4-FFF2-40B4-BE49-F238E27FC236}">
                <a16:creationId xmlns:a16="http://schemas.microsoft.com/office/drawing/2014/main" id="{682BB178-560C-42FC-9F2A-FCECCA3EE139}"/>
              </a:ext>
            </a:extLst>
          </p:cNvPr>
          <p:cNvSpPr/>
          <p:nvPr/>
        </p:nvSpPr>
        <p:spPr>
          <a:xfrm>
            <a:off x="8662896" y="1189613"/>
            <a:ext cx="266700" cy="26670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1050" b="1" dirty="0"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endParaRPr lang="pt-BR" sz="105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9" name="Conector: Angulado 68">
            <a:extLst>
              <a:ext uri="{FF2B5EF4-FFF2-40B4-BE49-F238E27FC236}">
                <a16:creationId xmlns:a16="http://schemas.microsoft.com/office/drawing/2014/main" id="{281D3B75-7F5D-4F55-A55A-58DBBA9243BC}"/>
              </a:ext>
            </a:extLst>
          </p:cNvPr>
          <p:cNvCxnSpPr>
            <a:cxnSpLocks/>
            <a:stCxn id="73" idx="4"/>
            <a:endCxn id="68" idx="4"/>
          </p:cNvCxnSpPr>
          <p:nvPr/>
        </p:nvCxnSpPr>
        <p:spPr>
          <a:xfrm rot="5400000">
            <a:off x="10149896" y="-7826"/>
            <a:ext cx="110490" cy="2817789"/>
          </a:xfrm>
          <a:prstGeom prst="bentConnector3">
            <a:avLst>
              <a:gd name="adj1" fmla="val 53678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9FD4A5C3-0E51-4ED6-9B22-9820C8AF84E4}"/>
              </a:ext>
            </a:extLst>
          </p:cNvPr>
          <p:cNvSpPr txBox="1"/>
          <p:nvPr/>
        </p:nvSpPr>
        <p:spPr>
          <a:xfrm>
            <a:off x="8599528" y="1372692"/>
            <a:ext cx="266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-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C6E6B499-2F99-4A66-84D5-2680BAF0BFAB}"/>
                  </a:ext>
                </a:extLst>
              </p:cNvPr>
              <p:cNvSpPr txBox="1"/>
              <p:nvPr/>
            </p:nvSpPr>
            <p:spPr>
              <a:xfrm>
                <a:off x="7747748" y="1081065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𝑆𝑃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C6E6B499-2F99-4A66-84D5-2680BAF0B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748" y="1081065"/>
                <a:ext cx="553758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Elipse 72">
            <a:extLst>
              <a:ext uri="{FF2B5EF4-FFF2-40B4-BE49-F238E27FC236}">
                <a16:creationId xmlns:a16="http://schemas.microsoft.com/office/drawing/2014/main" id="{B849A9E6-7B0A-48CF-B47A-26D33153870D}"/>
              </a:ext>
            </a:extLst>
          </p:cNvPr>
          <p:cNvSpPr/>
          <p:nvPr/>
        </p:nvSpPr>
        <p:spPr>
          <a:xfrm>
            <a:off x="11591175" y="130010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4623D93F-631F-4601-B365-3173AAB4B447}"/>
              </a:ext>
            </a:extLst>
          </p:cNvPr>
          <p:cNvCxnSpPr>
            <a:cxnSpLocks/>
          </p:cNvCxnSpPr>
          <p:nvPr/>
        </p:nvCxnSpPr>
        <p:spPr>
          <a:xfrm>
            <a:off x="8929596" y="1322962"/>
            <a:ext cx="441704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BDEDEE35-F18E-4DB2-ABF2-ABF437C1A8B1}"/>
              </a:ext>
            </a:extLst>
          </p:cNvPr>
          <p:cNvCxnSpPr>
            <a:cxnSpLocks/>
          </p:cNvCxnSpPr>
          <p:nvPr/>
        </p:nvCxnSpPr>
        <p:spPr>
          <a:xfrm>
            <a:off x="7941318" y="1322963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7216056B-F5BF-42E1-B449-B035AA4A0F8B}"/>
              </a:ext>
            </a:extLst>
          </p:cNvPr>
          <p:cNvSpPr txBox="1"/>
          <p:nvPr/>
        </p:nvSpPr>
        <p:spPr>
          <a:xfrm>
            <a:off x="8661318" y="1736372"/>
            <a:ext cx="1309890" cy="246221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pt-BR" sz="1000" dirty="0"/>
              <a:t>Sensor de Posição</a:t>
            </a:r>
          </a:p>
        </p:txBody>
      </p: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99B78072-CD42-48D5-9A9B-75344292A05D}"/>
              </a:ext>
            </a:extLst>
          </p:cNvPr>
          <p:cNvCxnSpPr>
            <a:cxnSpLocks/>
          </p:cNvCxnSpPr>
          <p:nvPr/>
        </p:nvCxnSpPr>
        <p:spPr>
          <a:xfrm>
            <a:off x="10808046" y="627218"/>
            <a:ext cx="0" cy="355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22BF5F5D-8169-4FB7-88E4-29717A674863}"/>
                  </a:ext>
                </a:extLst>
              </p:cNvPr>
              <p:cNvSpPr txBox="1"/>
              <p:nvPr/>
            </p:nvSpPr>
            <p:spPr>
              <a:xfrm>
                <a:off x="10531166" y="350219"/>
                <a:ext cx="55375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pt-BR" sz="1200" i="1" dirty="0"/>
              </a:p>
            </p:txBody>
          </p:sp>
        </mc:Choice>
        <mc:Fallback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22BF5F5D-8169-4FB7-88E4-29717A674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1166" y="350219"/>
                <a:ext cx="553758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Retângulo 144">
            <a:extLst>
              <a:ext uri="{FF2B5EF4-FFF2-40B4-BE49-F238E27FC236}">
                <a16:creationId xmlns:a16="http://schemas.microsoft.com/office/drawing/2014/main" id="{8590765C-8734-470C-98EA-16F5A914DBE7}"/>
              </a:ext>
            </a:extLst>
          </p:cNvPr>
          <p:cNvSpPr/>
          <p:nvPr/>
        </p:nvSpPr>
        <p:spPr>
          <a:xfrm>
            <a:off x="4707606" y="1906259"/>
            <a:ext cx="1525217" cy="268822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6" name="Imagem 145">
            <a:extLst>
              <a:ext uri="{FF2B5EF4-FFF2-40B4-BE49-F238E27FC236}">
                <a16:creationId xmlns:a16="http://schemas.microsoft.com/office/drawing/2014/main" id="{E0CE125E-1E04-469E-8609-C08BC1DEC1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3141" y="2908816"/>
            <a:ext cx="994147" cy="683113"/>
          </a:xfrm>
          <a:prstGeom prst="rect">
            <a:avLst/>
          </a:prstGeom>
        </p:spPr>
      </p:pic>
      <p:sp>
        <p:nvSpPr>
          <p:cNvPr id="180" name="Retângulo 179">
            <a:extLst>
              <a:ext uri="{FF2B5EF4-FFF2-40B4-BE49-F238E27FC236}">
                <a16:creationId xmlns:a16="http://schemas.microsoft.com/office/drawing/2014/main" id="{A3EC81C8-EB69-41AD-A15A-CC64E2F6BB43}"/>
              </a:ext>
            </a:extLst>
          </p:cNvPr>
          <p:cNvSpPr/>
          <p:nvPr/>
        </p:nvSpPr>
        <p:spPr>
          <a:xfrm>
            <a:off x="4219050" y="1379126"/>
            <a:ext cx="540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/>
              <a:t>Módulo</a:t>
            </a:r>
          </a:p>
          <a:p>
            <a:pPr algn="ctr"/>
            <a:r>
              <a:rPr lang="pt-BR" sz="800" dirty="0"/>
              <a:t>L298</a:t>
            </a:r>
          </a:p>
        </p:txBody>
      </p:sp>
      <p:sp>
        <p:nvSpPr>
          <p:cNvPr id="185" name="Retângulo 184">
            <a:extLst>
              <a:ext uri="{FF2B5EF4-FFF2-40B4-BE49-F238E27FC236}">
                <a16:creationId xmlns:a16="http://schemas.microsoft.com/office/drawing/2014/main" id="{298E99AD-EDB0-4D5D-9FBB-7678F1FDE748}"/>
              </a:ext>
            </a:extLst>
          </p:cNvPr>
          <p:cNvSpPr/>
          <p:nvPr/>
        </p:nvSpPr>
        <p:spPr>
          <a:xfrm>
            <a:off x="3493953" y="1379126"/>
            <a:ext cx="540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/>
              <a:t>Módulo</a:t>
            </a:r>
          </a:p>
          <a:p>
            <a:pPr algn="ctr"/>
            <a:r>
              <a:rPr lang="pt-BR" sz="800" dirty="0"/>
              <a:t>INA219</a:t>
            </a:r>
          </a:p>
        </p:txBody>
      </p:sp>
      <p:sp>
        <p:nvSpPr>
          <p:cNvPr id="188" name="Retângulo 187">
            <a:extLst>
              <a:ext uri="{FF2B5EF4-FFF2-40B4-BE49-F238E27FC236}">
                <a16:creationId xmlns:a16="http://schemas.microsoft.com/office/drawing/2014/main" id="{A5288011-363D-4659-AA5A-F3139217696C}"/>
              </a:ext>
            </a:extLst>
          </p:cNvPr>
          <p:cNvSpPr/>
          <p:nvPr/>
        </p:nvSpPr>
        <p:spPr>
          <a:xfrm>
            <a:off x="891379" y="1689983"/>
            <a:ext cx="540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>
                <a:ea typeface="Cambria Math" panose="02040503050406030204" pitchFamily="18" charset="0"/>
              </a:rPr>
              <a:t>Módulo</a:t>
            </a:r>
          </a:p>
          <a:p>
            <a:pPr algn="ctr"/>
            <a:r>
              <a:rPr lang="pt-BR" sz="800" dirty="0">
                <a:ea typeface="Cambria Math" panose="02040503050406030204" pitchFamily="18" charset="0"/>
              </a:rPr>
              <a:t>KY-040</a:t>
            </a:r>
          </a:p>
        </p:txBody>
      </p:sp>
      <p:pic>
        <p:nvPicPr>
          <p:cNvPr id="198" name="Imagem 197">
            <a:extLst>
              <a:ext uri="{FF2B5EF4-FFF2-40B4-BE49-F238E27FC236}">
                <a16:creationId xmlns:a16="http://schemas.microsoft.com/office/drawing/2014/main" id="{FCA32423-7A25-4D52-BB47-0E5D8AD476B9}"/>
              </a:ext>
            </a:extLst>
          </p:cNvPr>
          <p:cNvPicPr/>
          <p:nvPr/>
        </p:nvPicPr>
        <p:blipFill>
          <a:blip r:embed="rId1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0795" y="2952512"/>
            <a:ext cx="633107" cy="565783"/>
          </a:xfrm>
          <a:prstGeom prst="rect">
            <a:avLst/>
          </a:prstGeom>
          <a:noFill/>
          <a:ln cap="sq">
            <a:solidFill>
              <a:schemeClr val="dk1"/>
            </a:solidFill>
          </a:ln>
        </p:spPr>
      </p:pic>
      <p:cxnSp>
        <p:nvCxnSpPr>
          <p:cNvPr id="199" name="Conector de Seta Reta 198">
            <a:extLst>
              <a:ext uri="{FF2B5EF4-FFF2-40B4-BE49-F238E27FC236}">
                <a16:creationId xmlns:a16="http://schemas.microsoft.com/office/drawing/2014/main" id="{46AB0260-332A-4663-AF8A-2588E10FC419}"/>
              </a:ext>
            </a:extLst>
          </p:cNvPr>
          <p:cNvCxnSpPr/>
          <p:nvPr/>
        </p:nvCxnSpPr>
        <p:spPr>
          <a:xfrm>
            <a:off x="6238546" y="3235403"/>
            <a:ext cx="82107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00AB3F06-CEFF-4165-B51F-65150CB05444}"/>
              </a:ext>
            </a:extLst>
          </p:cNvPr>
          <p:cNvSpPr txBox="1"/>
          <p:nvPr/>
        </p:nvSpPr>
        <p:spPr>
          <a:xfrm>
            <a:off x="6939673" y="3456994"/>
            <a:ext cx="8953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/>
              <a:t>Supervisório</a:t>
            </a:r>
          </a:p>
        </p:txBody>
      </p:sp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2D826552-1BE2-430B-A235-4DBEDC5A1F23}"/>
              </a:ext>
            </a:extLst>
          </p:cNvPr>
          <p:cNvSpPr txBox="1"/>
          <p:nvPr/>
        </p:nvSpPr>
        <p:spPr>
          <a:xfrm>
            <a:off x="6325744" y="3052380"/>
            <a:ext cx="6466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Serial/USB</a:t>
            </a:r>
          </a:p>
        </p:txBody>
      </p:sp>
      <p:pic>
        <p:nvPicPr>
          <p:cNvPr id="206" name="Imagem 205">
            <a:extLst>
              <a:ext uri="{FF2B5EF4-FFF2-40B4-BE49-F238E27FC236}">
                <a16:creationId xmlns:a16="http://schemas.microsoft.com/office/drawing/2014/main" id="{B2828346-86BB-4ADD-9609-9CCDB11B9E2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934" y="3093816"/>
            <a:ext cx="141587" cy="141587"/>
          </a:xfrm>
          <a:prstGeom prst="rect">
            <a:avLst/>
          </a:prstGeom>
        </p:spPr>
      </p:pic>
      <p:cxnSp>
        <p:nvCxnSpPr>
          <p:cNvPr id="207" name="Conector de Seta Reta 206">
            <a:extLst>
              <a:ext uri="{FF2B5EF4-FFF2-40B4-BE49-F238E27FC236}">
                <a16:creationId xmlns:a16="http://schemas.microsoft.com/office/drawing/2014/main" id="{B72E42F3-E659-4692-AE84-F6E7B7C87522}"/>
              </a:ext>
            </a:extLst>
          </p:cNvPr>
          <p:cNvCxnSpPr/>
          <p:nvPr/>
        </p:nvCxnSpPr>
        <p:spPr>
          <a:xfrm>
            <a:off x="2094126" y="3053926"/>
            <a:ext cx="0" cy="24765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8" name="Conector de Seta Reta 207">
            <a:extLst>
              <a:ext uri="{FF2B5EF4-FFF2-40B4-BE49-F238E27FC236}">
                <a16:creationId xmlns:a16="http://schemas.microsoft.com/office/drawing/2014/main" id="{032FA781-EC1D-4E55-BCC2-824A99C4093C}"/>
              </a:ext>
            </a:extLst>
          </p:cNvPr>
          <p:cNvCxnSpPr>
            <a:cxnSpLocks/>
          </p:cNvCxnSpPr>
          <p:nvPr/>
        </p:nvCxnSpPr>
        <p:spPr>
          <a:xfrm>
            <a:off x="2450763" y="3053926"/>
            <a:ext cx="0" cy="24765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CaixaDeTexto 208">
                <a:extLst>
                  <a:ext uri="{FF2B5EF4-FFF2-40B4-BE49-F238E27FC236}">
                    <a16:creationId xmlns:a16="http://schemas.microsoft.com/office/drawing/2014/main" id="{369F3DC8-B79C-4715-965E-E3BC80A0FDFC}"/>
                  </a:ext>
                </a:extLst>
              </p:cNvPr>
              <p:cNvSpPr txBox="1"/>
              <p:nvPr/>
            </p:nvSpPr>
            <p:spPr>
              <a:xfrm>
                <a:off x="2305421" y="3103996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9" name="CaixaDeTexto 208">
                <a:extLst>
                  <a:ext uri="{FF2B5EF4-FFF2-40B4-BE49-F238E27FC236}">
                    <a16:creationId xmlns:a16="http://schemas.microsoft.com/office/drawing/2014/main" id="{369F3DC8-B79C-4715-965E-E3BC80A0F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421" y="3103996"/>
                <a:ext cx="577419" cy="2648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CaixaDeTexto 209">
                <a:extLst>
                  <a:ext uri="{FF2B5EF4-FFF2-40B4-BE49-F238E27FC236}">
                    <a16:creationId xmlns:a16="http://schemas.microsoft.com/office/drawing/2014/main" id="{9454D6B5-40B0-4C60-90F6-F5E7936CE6B3}"/>
                  </a:ext>
                </a:extLst>
              </p:cNvPr>
              <p:cNvSpPr txBox="1"/>
              <p:nvPr/>
            </p:nvSpPr>
            <p:spPr>
              <a:xfrm>
                <a:off x="1956297" y="3103996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10" name="CaixaDeTexto 209">
                <a:extLst>
                  <a:ext uri="{FF2B5EF4-FFF2-40B4-BE49-F238E27FC236}">
                    <a16:creationId xmlns:a16="http://schemas.microsoft.com/office/drawing/2014/main" id="{9454D6B5-40B0-4C60-90F6-F5E7936CE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297" y="3103996"/>
                <a:ext cx="577419" cy="2648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Conector de Seta Reta 210">
            <a:extLst>
              <a:ext uri="{FF2B5EF4-FFF2-40B4-BE49-F238E27FC236}">
                <a16:creationId xmlns:a16="http://schemas.microsoft.com/office/drawing/2014/main" id="{A5A317C2-A1DC-4811-8D77-0F80AE432827}"/>
              </a:ext>
            </a:extLst>
          </p:cNvPr>
          <p:cNvCxnSpPr>
            <a:cxnSpLocks/>
          </p:cNvCxnSpPr>
          <p:nvPr/>
        </p:nvCxnSpPr>
        <p:spPr>
          <a:xfrm>
            <a:off x="2273314" y="3588824"/>
            <a:ext cx="0" cy="474567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CaixaDeTexto 211">
                <a:extLst>
                  <a:ext uri="{FF2B5EF4-FFF2-40B4-BE49-F238E27FC236}">
                    <a16:creationId xmlns:a16="http://schemas.microsoft.com/office/drawing/2014/main" id="{16941956-D999-4086-AF0D-69E78A365FC7}"/>
                  </a:ext>
                </a:extLst>
              </p:cNvPr>
              <p:cNvSpPr txBox="1"/>
              <p:nvPr/>
            </p:nvSpPr>
            <p:spPr>
              <a:xfrm>
                <a:off x="2005802" y="3362646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12" name="CaixaDeTexto 211">
                <a:extLst>
                  <a:ext uri="{FF2B5EF4-FFF2-40B4-BE49-F238E27FC236}">
                    <a16:creationId xmlns:a16="http://schemas.microsoft.com/office/drawing/2014/main" id="{16941956-D999-4086-AF0D-69E78A365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802" y="3362646"/>
                <a:ext cx="577419" cy="26488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3" name="Conector reto 212">
            <a:extLst>
              <a:ext uri="{FF2B5EF4-FFF2-40B4-BE49-F238E27FC236}">
                <a16:creationId xmlns:a16="http://schemas.microsoft.com/office/drawing/2014/main" id="{57849B4D-47FA-4F9F-8D52-85E0E0EA52F1}"/>
              </a:ext>
            </a:extLst>
          </p:cNvPr>
          <p:cNvCxnSpPr>
            <a:cxnSpLocks/>
            <a:stCxn id="185" idx="1"/>
            <a:endCxn id="33" idx="6"/>
          </p:cNvCxnSpPr>
          <p:nvPr/>
        </p:nvCxnSpPr>
        <p:spPr>
          <a:xfrm flipH="1">
            <a:off x="3272204" y="1559126"/>
            <a:ext cx="22174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7" name="Conector reto 226">
            <a:extLst>
              <a:ext uri="{FF2B5EF4-FFF2-40B4-BE49-F238E27FC236}">
                <a16:creationId xmlns:a16="http://schemas.microsoft.com/office/drawing/2014/main" id="{14B32F8B-5829-4EA5-8663-C7B2729F6C7E}"/>
              </a:ext>
            </a:extLst>
          </p:cNvPr>
          <p:cNvCxnSpPr>
            <a:cxnSpLocks/>
          </p:cNvCxnSpPr>
          <p:nvPr/>
        </p:nvCxnSpPr>
        <p:spPr>
          <a:xfrm flipH="1">
            <a:off x="1433060" y="1869983"/>
            <a:ext cx="24045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2" name="Conector reto 231">
            <a:extLst>
              <a:ext uri="{FF2B5EF4-FFF2-40B4-BE49-F238E27FC236}">
                <a16:creationId xmlns:a16="http://schemas.microsoft.com/office/drawing/2014/main" id="{E6AD5F4A-114F-4FEA-8C89-ADE323AE8E12}"/>
              </a:ext>
            </a:extLst>
          </p:cNvPr>
          <p:cNvCxnSpPr>
            <a:cxnSpLocks/>
            <a:stCxn id="180" idx="1"/>
            <a:endCxn id="185" idx="3"/>
          </p:cNvCxnSpPr>
          <p:nvPr/>
        </p:nvCxnSpPr>
        <p:spPr>
          <a:xfrm flipH="1">
            <a:off x="4033953" y="1559126"/>
            <a:ext cx="18509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4" name="Arco 243">
            <a:extLst>
              <a:ext uri="{FF2B5EF4-FFF2-40B4-BE49-F238E27FC236}">
                <a16:creationId xmlns:a16="http://schemas.microsoft.com/office/drawing/2014/main" id="{EE1F493E-6972-4C51-A51F-9F518077BF37}"/>
              </a:ext>
            </a:extLst>
          </p:cNvPr>
          <p:cNvSpPr/>
          <p:nvPr/>
        </p:nvSpPr>
        <p:spPr>
          <a:xfrm rot="2332364">
            <a:off x="1643472" y="1635839"/>
            <a:ext cx="486929" cy="505732"/>
          </a:xfrm>
          <a:prstGeom prst="arc">
            <a:avLst/>
          </a:prstGeom>
          <a:ln>
            <a:headEnd type="triangl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CaixaDeTexto 244">
                <a:extLst>
                  <a:ext uri="{FF2B5EF4-FFF2-40B4-BE49-F238E27FC236}">
                    <a16:creationId xmlns:a16="http://schemas.microsoft.com/office/drawing/2014/main" id="{1A63FDAA-E950-4071-BBB6-BF9F1375934B}"/>
                  </a:ext>
                </a:extLst>
              </p:cNvPr>
              <p:cNvSpPr txBox="1"/>
              <p:nvPr/>
            </p:nvSpPr>
            <p:spPr>
              <a:xfrm>
                <a:off x="2117366" y="2153334"/>
                <a:ext cx="577419" cy="264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pt-BR" sz="1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45" name="CaixaDeTexto 244">
                <a:extLst>
                  <a:ext uri="{FF2B5EF4-FFF2-40B4-BE49-F238E27FC236}">
                    <a16:creationId xmlns:a16="http://schemas.microsoft.com/office/drawing/2014/main" id="{1A63FDAA-E950-4071-BBB6-BF9F13759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366" y="2153334"/>
                <a:ext cx="577419" cy="264881"/>
              </a:xfrm>
              <a:prstGeom prst="rect">
                <a:avLst/>
              </a:prstGeom>
              <a:blipFill>
                <a:blip r:embed="rId18"/>
                <a:stretch>
                  <a:fillRect t="-68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6" name="CaixaDeTexto 245">
                <a:extLst>
                  <a:ext uri="{FF2B5EF4-FFF2-40B4-BE49-F238E27FC236}">
                    <a16:creationId xmlns:a16="http://schemas.microsoft.com/office/drawing/2014/main" id="{84176B34-BCFA-490B-B91D-8826281A51EB}"/>
                  </a:ext>
                </a:extLst>
              </p:cNvPr>
              <p:cNvSpPr txBox="1"/>
              <p:nvPr/>
            </p:nvSpPr>
            <p:spPr>
              <a:xfrm>
                <a:off x="3112695" y="1320380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46" name="CaixaDeTexto 245">
                <a:extLst>
                  <a:ext uri="{FF2B5EF4-FFF2-40B4-BE49-F238E27FC236}">
                    <a16:creationId xmlns:a16="http://schemas.microsoft.com/office/drawing/2014/main" id="{84176B34-BCFA-490B-B91D-8826281A5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695" y="1320380"/>
                <a:ext cx="577419" cy="246221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CaixaDeTexto 246">
                <a:extLst>
                  <a:ext uri="{FF2B5EF4-FFF2-40B4-BE49-F238E27FC236}">
                    <a16:creationId xmlns:a16="http://schemas.microsoft.com/office/drawing/2014/main" id="{D7173BD4-4F0B-42FD-A780-E1E080E1AB1E}"/>
                  </a:ext>
                </a:extLst>
              </p:cNvPr>
              <p:cNvSpPr txBox="1"/>
              <p:nvPr/>
            </p:nvSpPr>
            <p:spPr>
              <a:xfrm>
                <a:off x="3094368" y="1509030"/>
                <a:ext cx="57741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pt-BR" sz="1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pt-BR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47" name="CaixaDeTexto 246">
                <a:extLst>
                  <a:ext uri="{FF2B5EF4-FFF2-40B4-BE49-F238E27FC236}">
                    <a16:creationId xmlns:a16="http://schemas.microsoft.com/office/drawing/2014/main" id="{D7173BD4-4F0B-42FD-A780-E1E080E1A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4368" y="1509030"/>
                <a:ext cx="577419" cy="24622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" name="Retângulo 247">
            <a:extLst>
              <a:ext uri="{FF2B5EF4-FFF2-40B4-BE49-F238E27FC236}">
                <a16:creationId xmlns:a16="http://schemas.microsoft.com/office/drawing/2014/main" id="{14CE85FA-73BC-48ED-9B70-03928B7D852E}"/>
              </a:ext>
            </a:extLst>
          </p:cNvPr>
          <p:cNvSpPr/>
          <p:nvPr/>
        </p:nvSpPr>
        <p:spPr>
          <a:xfrm>
            <a:off x="3018347" y="4699986"/>
            <a:ext cx="540000" cy="36000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800" dirty="0"/>
              <a:t>Módulo</a:t>
            </a:r>
          </a:p>
          <a:p>
            <a:pPr algn="ctr"/>
            <a:r>
              <a:rPr lang="pt-BR" sz="800" dirty="0"/>
              <a:t>HX711</a:t>
            </a:r>
          </a:p>
        </p:txBody>
      </p:sp>
      <p:grpSp>
        <p:nvGrpSpPr>
          <p:cNvPr id="283" name="Agrupar 282">
            <a:extLst>
              <a:ext uri="{FF2B5EF4-FFF2-40B4-BE49-F238E27FC236}">
                <a16:creationId xmlns:a16="http://schemas.microsoft.com/office/drawing/2014/main" id="{19A53693-D8A8-4C1B-B9A0-9A355B4789DE}"/>
              </a:ext>
            </a:extLst>
          </p:cNvPr>
          <p:cNvGrpSpPr/>
          <p:nvPr/>
        </p:nvGrpSpPr>
        <p:grpSpPr>
          <a:xfrm>
            <a:off x="2109996" y="4652980"/>
            <a:ext cx="390850" cy="398216"/>
            <a:chOff x="7251564" y="3339000"/>
            <a:chExt cx="1132927" cy="1154277"/>
          </a:xfrm>
        </p:grpSpPr>
        <p:cxnSp>
          <p:nvCxnSpPr>
            <p:cNvPr id="271" name="Conector reto 270">
              <a:extLst>
                <a:ext uri="{FF2B5EF4-FFF2-40B4-BE49-F238E27FC236}">
                  <a16:creationId xmlns:a16="http://schemas.microsoft.com/office/drawing/2014/main" id="{74D142AF-B502-442C-9533-F22A1B655270}"/>
                </a:ext>
              </a:extLst>
            </p:cNvPr>
            <p:cNvCxnSpPr/>
            <p:nvPr/>
          </p:nvCxnSpPr>
          <p:spPr>
            <a:xfrm>
              <a:off x="7806703" y="3339000"/>
              <a:ext cx="180000" cy="18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2" name="Conector reto 271">
              <a:extLst>
                <a:ext uri="{FF2B5EF4-FFF2-40B4-BE49-F238E27FC236}">
                  <a16:creationId xmlns:a16="http://schemas.microsoft.com/office/drawing/2014/main" id="{BA272CC2-AEC9-456C-84D1-89C8DFB58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3832" y="3339000"/>
              <a:ext cx="180000" cy="18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4" name="Conector reto 273">
              <a:extLst>
                <a:ext uri="{FF2B5EF4-FFF2-40B4-BE49-F238E27FC236}">
                  <a16:creationId xmlns:a16="http://schemas.microsoft.com/office/drawing/2014/main" id="{5AAC040D-A198-4A33-94EA-FC3465AAC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2225" y="4313277"/>
              <a:ext cx="180000" cy="18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Conector reto 274">
              <a:extLst>
                <a:ext uri="{FF2B5EF4-FFF2-40B4-BE49-F238E27FC236}">
                  <a16:creationId xmlns:a16="http://schemas.microsoft.com/office/drawing/2014/main" id="{A7B189EA-7DE7-4485-8AE3-B5631DB993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9354" y="4313277"/>
              <a:ext cx="180000" cy="18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6" name="Conector reto 275">
              <a:extLst>
                <a:ext uri="{FF2B5EF4-FFF2-40B4-BE49-F238E27FC236}">
                  <a16:creationId xmlns:a16="http://schemas.microsoft.com/office/drawing/2014/main" id="{6B072764-E2EE-4674-891D-976E6E186B9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8204491" y="3916453"/>
              <a:ext cx="180000" cy="18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7" name="Conector reto 276">
              <a:extLst>
                <a:ext uri="{FF2B5EF4-FFF2-40B4-BE49-F238E27FC236}">
                  <a16:creationId xmlns:a16="http://schemas.microsoft.com/office/drawing/2014/main" id="{0B3539D6-FF29-4F36-8F4B-4545F9395F8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8204491" y="3740264"/>
              <a:ext cx="180000" cy="18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8" name="Conector reto 277">
              <a:extLst>
                <a:ext uri="{FF2B5EF4-FFF2-40B4-BE49-F238E27FC236}">
                  <a16:creationId xmlns:a16="http://schemas.microsoft.com/office/drawing/2014/main" id="{60D774F4-BA90-4F87-A609-86A1709A79D1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7251564" y="3916453"/>
              <a:ext cx="180000" cy="18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9" name="Conector reto 278">
              <a:extLst>
                <a:ext uri="{FF2B5EF4-FFF2-40B4-BE49-F238E27FC236}">
                  <a16:creationId xmlns:a16="http://schemas.microsoft.com/office/drawing/2014/main" id="{B2E42039-20CF-4426-B435-8323BCC160A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7251564" y="3740264"/>
              <a:ext cx="180000" cy="18000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1" name="Freeform 5">
              <a:extLst>
                <a:ext uri="{FF2B5EF4-FFF2-40B4-BE49-F238E27FC236}">
                  <a16:creationId xmlns:a16="http://schemas.microsoft.com/office/drawing/2014/main" id="{2866E09C-E03F-44C8-A479-DE1B0605847A}"/>
                </a:ext>
              </a:extLst>
            </p:cNvPr>
            <p:cNvSpPr>
              <a:spLocks/>
            </p:cNvSpPr>
            <p:nvPr/>
          </p:nvSpPr>
          <p:spPr bwMode="auto">
            <a:xfrm rot="2723246">
              <a:off x="7380770" y="4171527"/>
              <a:ext cx="319378" cy="66676"/>
            </a:xfrm>
            <a:custGeom>
              <a:avLst/>
              <a:gdLst>
                <a:gd name="T0" fmla="*/ 0 w 367"/>
                <a:gd name="T1" fmla="*/ 73 h 145"/>
                <a:gd name="T2" fmla="*/ 32 w 367"/>
                <a:gd name="T3" fmla="*/ 0 h 145"/>
                <a:gd name="T4" fmla="*/ 92 w 367"/>
                <a:gd name="T5" fmla="*/ 145 h 145"/>
                <a:gd name="T6" fmla="*/ 153 w 367"/>
                <a:gd name="T7" fmla="*/ 0 h 145"/>
                <a:gd name="T8" fmla="*/ 214 w 367"/>
                <a:gd name="T9" fmla="*/ 145 h 145"/>
                <a:gd name="T10" fmla="*/ 275 w 367"/>
                <a:gd name="T11" fmla="*/ 0 h 145"/>
                <a:gd name="T12" fmla="*/ 337 w 367"/>
                <a:gd name="T13" fmla="*/ 145 h 145"/>
                <a:gd name="T14" fmla="*/ 367 w 367"/>
                <a:gd name="T15" fmla="*/ 7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7" h="145">
                  <a:moveTo>
                    <a:pt x="0" y="73"/>
                  </a:moveTo>
                  <a:lnTo>
                    <a:pt x="32" y="0"/>
                  </a:lnTo>
                  <a:lnTo>
                    <a:pt x="92" y="145"/>
                  </a:lnTo>
                  <a:lnTo>
                    <a:pt x="153" y="0"/>
                  </a:lnTo>
                  <a:lnTo>
                    <a:pt x="214" y="145"/>
                  </a:lnTo>
                  <a:lnTo>
                    <a:pt x="275" y="0"/>
                  </a:lnTo>
                  <a:lnTo>
                    <a:pt x="337" y="145"/>
                  </a:lnTo>
                  <a:lnTo>
                    <a:pt x="367" y="73"/>
                  </a:lnTo>
                </a:path>
              </a:pathLst>
            </a:cu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282" name="Freeform 5">
              <a:extLst>
                <a:ext uri="{FF2B5EF4-FFF2-40B4-BE49-F238E27FC236}">
                  <a16:creationId xmlns:a16="http://schemas.microsoft.com/office/drawing/2014/main" id="{31FA629A-86EC-4BF3-822B-891C8B6AC3D2}"/>
                </a:ext>
              </a:extLst>
            </p:cNvPr>
            <p:cNvSpPr>
              <a:spLocks/>
            </p:cNvSpPr>
            <p:nvPr/>
          </p:nvSpPr>
          <p:spPr bwMode="auto">
            <a:xfrm rot="2723246">
              <a:off x="7935908" y="3590740"/>
              <a:ext cx="319378" cy="66676"/>
            </a:xfrm>
            <a:custGeom>
              <a:avLst/>
              <a:gdLst>
                <a:gd name="T0" fmla="*/ 0 w 367"/>
                <a:gd name="T1" fmla="*/ 73 h 145"/>
                <a:gd name="T2" fmla="*/ 32 w 367"/>
                <a:gd name="T3" fmla="*/ 0 h 145"/>
                <a:gd name="T4" fmla="*/ 92 w 367"/>
                <a:gd name="T5" fmla="*/ 145 h 145"/>
                <a:gd name="T6" fmla="*/ 153 w 367"/>
                <a:gd name="T7" fmla="*/ 0 h 145"/>
                <a:gd name="T8" fmla="*/ 214 w 367"/>
                <a:gd name="T9" fmla="*/ 145 h 145"/>
                <a:gd name="T10" fmla="*/ 275 w 367"/>
                <a:gd name="T11" fmla="*/ 0 h 145"/>
                <a:gd name="T12" fmla="*/ 337 w 367"/>
                <a:gd name="T13" fmla="*/ 145 h 145"/>
                <a:gd name="T14" fmla="*/ 367 w 367"/>
                <a:gd name="T15" fmla="*/ 73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7" h="145">
                  <a:moveTo>
                    <a:pt x="0" y="73"/>
                  </a:moveTo>
                  <a:lnTo>
                    <a:pt x="32" y="0"/>
                  </a:lnTo>
                  <a:lnTo>
                    <a:pt x="92" y="145"/>
                  </a:lnTo>
                  <a:lnTo>
                    <a:pt x="153" y="0"/>
                  </a:lnTo>
                  <a:lnTo>
                    <a:pt x="214" y="145"/>
                  </a:lnTo>
                  <a:lnTo>
                    <a:pt x="275" y="0"/>
                  </a:lnTo>
                  <a:lnTo>
                    <a:pt x="337" y="145"/>
                  </a:lnTo>
                  <a:lnTo>
                    <a:pt x="367" y="73"/>
                  </a:lnTo>
                </a:path>
              </a:pathLst>
            </a:custGeom>
            <a:ln>
              <a:headEnd/>
              <a:tailEnd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</p:grpSp>
      <p:cxnSp>
        <p:nvCxnSpPr>
          <p:cNvPr id="315" name="Conector reto 314">
            <a:extLst>
              <a:ext uri="{FF2B5EF4-FFF2-40B4-BE49-F238E27FC236}">
                <a16:creationId xmlns:a16="http://schemas.microsoft.com/office/drawing/2014/main" id="{7052F02F-1B69-4831-ABB3-25F6D124C486}"/>
              </a:ext>
            </a:extLst>
          </p:cNvPr>
          <p:cNvCxnSpPr>
            <a:stCxn id="19" idx="2"/>
          </p:cNvCxnSpPr>
          <p:nvPr/>
        </p:nvCxnSpPr>
        <p:spPr>
          <a:xfrm flipH="1" flipV="1">
            <a:off x="2005802" y="4208463"/>
            <a:ext cx="88513" cy="349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7" name="Conector reto 316">
            <a:extLst>
              <a:ext uri="{FF2B5EF4-FFF2-40B4-BE49-F238E27FC236}">
                <a16:creationId xmlns:a16="http://schemas.microsoft.com/office/drawing/2014/main" id="{CF255686-8099-4836-B2F8-E5403A97B3FF}"/>
              </a:ext>
            </a:extLst>
          </p:cNvPr>
          <p:cNvCxnSpPr>
            <a:stCxn id="19" idx="2"/>
          </p:cNvCxnSpPr>
          <p:nvPr/>
        </p:nvCxnSpPr>
        <p:spPr>
          <a:xfrm flipH="1">
            <a:off x="2009132" y="4243391"/>
            <a:ext cx="85183" cy="500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" name="Conector reto 318">
            <a:extLst>
              <a:ext uri="{FF2B5EF4-FFF2-40B4-BE49-F238E27FC236}">
                <a16:creationId xmlns:a16="http://schemas.microsoft.com/office/drawing/2014/main" id="{9A1EBE24-A91E-481F-8816-9549EF2B2E75}"/>
              </a:ext>
            </a:extLst>
          </p:cNvPr>
          <p:cNvCxnSpPr>
            <a:cxnSpLocks/>
          </p:cNvCxnSpPr>
          <p:nvPr/>
        </p:nvCxnSpPr>
        <p:spPr>
          <a:xfrm flipH="1">
            <a:off x="1939837" y="4293461"/>
            <a:ext cx="692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" name="Conector reto 320">
            <a:extLst>
              <a:ext uri="{FF2B5EF4-FFF2-40B4-BE49-F238E27FC236}">
                <a16:creationId xmlns:a16="http://schemas.microsoft.com/office/drawing/2014/main" id="{2E8AEFDA-DB8E-49C6-AD38-ACF1132FEF9E}"/>
              </a:ext>
            </a:extLst>
          </p:cNvPr>
          <p:cNvCxnSpPr>
            <a:cxnSpLocks/>
          </p:cNvCxnSpPr>
          <p:nvPr/>
        </p:nvCxnSpPr>
        <p:spPr>
          <a:xfrm>
            <a:off x="1939837" y="4293461"/>
            <a:ext cx="0" cy="1149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3" name="Conector reto 322">
            <a:extLst>
              <a:ext uri="{FF2B5EF4-FFF2-40B4-BE49-F238E27FC236}">
                <a16:creationId xmlns:a16="http://schemas.microsoft.com/office/drawing/2014/main" id="{A05164EF-DCFA-4F84-AD70-954412819EA2}"/>
              </a:ext>
            </a:extLst>
          </p:cNvPr>
          <p:cNvCxnSpPr>
            <a:cxnSpLocks/>
          </p:cNvCxnSpPr>
          <p:nvPr/>
        </p:nvCxnSpPr>
        <p:spPr>
          <a:xfrm>
            <a:off x="1939837" y="4409961"/>
            <a:ext cx="306000" cy="30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" name="Conector reto 325">
            <a:extLst>
              <a:ext uri="{FF2B5EF4-FFF2-40B4-BE49-F238E27FC236}">
                <a16:creationId xmlns:a16="http://schemas.microsoft.com/office/drawing/2014/main" id="{4FA7F259-57D4-4CB2-AADA-D13CA25DC861}"/>
              </a:ext>
            </a:extLst>
          </p:cNvPr>
          <p:cNvCxnSpPr>
            <a:cxnSpLocks/>
          </p:cNvCxnSpPr>
          <p:nvPr/>
        </p:nvCxnSpPr>
        <p:spPr>
          <a:xfrm flipH="1">
            <a:off x="1830094" y="4208463"/>
            <a:ext cx="1754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0" name="Conector reto 329">
            <a:extLst>
              <a:ext uri="{FF2B5EF4-FFF2-40B4-BE49-F238E27FC236}">
                <a16:creationId xmlns:a16="http://schemas.microsoft.com/office/drawing/2014/main" id="{9053FE7A-3BCB-4E62-8D56-2ABCE12CB2E4}"/>
              </a:ext>
            </a:extLst>
          </p:cNvPr>
          <p:cNvCxnSpPr>
            <a:cxnSpLocks/>
          </p:cNvCxnSpPr>
          <p:nvPr/>
        </p:nvCxnSpPr>
        <p:spPr>
          <a:xfrm>
            <a:off x="1830094" y="4208463"/>
            <a:ext cx="1" cy="2476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Conector reto 332">
            <a:extLst>
              <a:ext uri="{FF2B5EF4-FFF2-40B4-BE49-F238E27FC236}">
                <a16:creationId xmlns:a16="http://schemas.microsoft.com/office/drawing/2014/main" id="{9814513A-B15B-48D5-B7FC-81D67913B496}"/>
              </a:ext>
            </a:extLst>
          </p:cNvPr>
          <p:cNvCxnSpPr>
            <a:cxnSpLocks/>
          </p:cNvCxnSpPr>
          <p:nvPr/>
        </p:nvCxnSpPr>
        <p:spPr>
          <a:xfrm>
            <a:off x="1830094" y="4456151"/>
            <a:ext cx="342000" cy="34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" name="Conector reto 341">
            <a:extLst>
              <a:ext uri="{FF2B5EF4-FFF2-40B4-BE49-F238E27FC236}">
                <a16:creationId xmlns:a16="http://schemas.microsoft.com/office/drawing/2014/main" id="{433AB726-C23D-4BFE-9E2B-545D9705B096}"/>
              </a:ext>
            </a:extLst>
          </p:cNvPr>
          <p:cNvCxnSpPr>
            <a:cxnSpLocks/>
          </p:cNvCxnSpPr>
          <p:nvPr/>
        </p:nvCxnSpPr>
        <p:spPr>
          <a:xfrm flipV="1">
            <a:off x="2454313" y="4214136"/>
            <a:ext cx="88513" cy="349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3" name="Conector reto 342">
            <a:extLst>
              <a:ext uri="{FF2B5EF4-FFF2-40B4-BE49-F238E27FC236}">
                <a16:creationId xmlns:a16="http://schemas.microsoft.com/office/drawing/2014/main" id="{915BEF16-8672-4E6D-8620-3E3397198797}"/>
              </a:ext>
            </a:extLst>
          </p:cNvPr>
          <p:cNvCxnSpPr>
            <a:cxnSpLocks/>
          </p:cNvCxnSpPr>
          <p:nvPr/>
        </p:nvCxnSpPr>
        <p:spPr>
          <a:xfrm>
            <a:off x="2457643" y="4249064"/>
            <a:ext cx="85183" cy="500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Conector reto 343">
            <a:extLst>
              <a:ext uri="{FF2B5EF4-FFF2-40B4-BE49-F238E27FC236}">
                <a16:creationId xmlns:a16="http://schemas.microsoft.com/office/drawing/2014/main" id="{24883C0C-DBEA-4D56-844C-CE973B55CCB7}"/>
              </a:ext>
            </a:extLst>
          </p:cNvPr>
          <p:cNvCxnSpPr>
            <a:cxnSpLocks/>
          </p:cNvCxnSpPr>
          <p:nvPr/>
        </p:nvCxnSpPr>
        <p:spPr>
          <a:xfrm flipH="1">
            <a:off x="2537095" y="4294312"/>
            <a:ext cx="692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" name="Conector reto 344">
            <a:extLst>
              <a:ext uri="{FF2B5EF4-FFF2-40B4-BE49-F238E27FC236}">
                <a16:creationId xmlns:a16="http://schemas.microsoft.com/office/drawing/2014/main" id="{D8FB923B-F387-4F1D-86D3-7924DEFE3BD4}"/>
              </a:ext>
            </a:extLst>
          </p:cNvPr>
          <p:cNvCxnSpPr>
            <a:cxnSpLocks/>
          </p:cNvCxnSpPr>
          <p:nvPr/>
        </p:nvCxnSpPr>
        <p:spPr>
          <a:xfrm>
            <a:off x="2606390" y="4293461"/>
            <a:ext cx="0" cy="7055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6" name="Conector reto 345">
            <a:extLst>
              <a:ext uri="{FF2B5EF4-FFF2-40B4-BE49-F238E27FC236}">
                <a16:creationId xmlns:a16="http://schemas.microsoft.com/office/drawing/2014/main" id="{74CE97D5-85D6-4CF4-A04C-928602000926}"/>
              </a:ext>
            </a:extLst>
          </p:cNvPr>
          <p:cNvCxnSpPr>
            <a:cxnSpLocks/>
          </p:cNvCxnSpPr>
          <p:nvPr/>
        </p:nvCxnSpPr>
        <p:spPr>
          <a:xfrm rot="5400000" flipH="1">
            <a:off x="2440198" y="4909562"/>
            <a:ext cx="90000" cy="9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7" name="Conector reto 346">
            <a:extLst>
              <a:ext uri="{FF2B5EF4-FFF2-40B4-BE49-F238E27FC236}">
                <a16:creationId xmlns:a16="http://schemas.microsoft.com/office/drawing/2014/main" id="{79186B69-8923-4028-9C36-33A82661CF84}"/>
              </a:ext>
            </a:extLst>
          </p:cNvPr>
          <p:cNvCxnSpPr>
            <a:cxnSpLocks/>
          </p:cNvCxnSpPr>
          <p:nvPr/>
        </p:nvCxnSpPr>
        <p:spPr>
          <a:xfrm flipH="1">
            <a:off x="2542826" y="4212422"/>
            <a:ext cx="1754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8" name="Conector reto 347">
            <a:extLst>
              <a:ext uri="{FF2B5EF4-FFF2-40B4-BE49-F238E27FC236}">
                <a16:creationId xmlns:a16="http://schemas.microsoft.com/office/drawing/2014/main" id="{6D775390-86E2-4CFC-85BA-9B0B286862BA}"/>
              </a:ext>
            </a:extLst>
          </p:cNvPr>
          <p:cNvCxnSpPr>
            <a:cxnSpLocks/>
          </p:cNvCxnSpPr>
          <p:nvPr/>
        </p:nvCxnSpPr>
        <p:spPr>
          <a:xfrm>
            <a:off x="2714992" y="4213159"/>
            <a:ext cx="1" cy="9019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9" name="Conector reto 348">
            <a:extLst>
              <a:ext uri="{FF2B5EF4-FFF2-40B4-BE49-F238E27FC236}">
                <a16:creationId xmlns:a16="http://schemas.microsoft.com/office/drawing/2014/main" id="{CA9B617D-1150-4A5B-BCC1-8B441BA7B804}"/>
              </a:ext>
            </a:extLst>
          </p:cNvPr>
          <p:cNvCxnSpPr>
            <a:cxnSpLocks/>
          </p:cNvCxnSpPr>
          <p:nvPr/>
        </p:nvCxnSpPr>
        <p:spPr>
          <a:xfrm rot="5400000" flipH="1">
            <a:off x="2365606" y="4989097"/>
            <a:ext cx="126000" cy="12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" name="Conector reto 349">
            <a:extLst>
              <a:ext uri="{FF2B5EF4-FFF2-40B4-BE49-F238E27FC236}">
                <a16:creationId xmlns:a16="http://schemas.microsoft.com/office/drawing/2014/main" id="{2D316129-AF24-4926-BF91-9A2128D370F7}"/>
              </a:ext>
            </a:extLst>
          </p:cNvPr>
          <p:cNvCxnSpPr>
            <a:cxnSpLocks/>
          </p:cNvCxnSpPr>
          <p:nvPr/>
        </p:nvCxnSpPr>
        <p:spPr>
          <a:xfrm flipH="1">
            <a:off x="2491608" y="5115221"/>
            <a:ext cx="2233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5" name="Conector reto 354">
            <a:extLst>
              <a:ext uri="{FF2B5EF4-FFF2-40B4-BE49-F238E27FC236}">
                <a16:creationId xmlns:a16="http://schemas.microsoft.com/office/drawing/2014/main" id="{38D6078F-106F-4161-BA6A-80CA29D8B86A}"/>
              </a:ext>
            </a:extLst>
          </p:cNvPr>
          <p:cNvCxnSpPr>
            <a:cxnSpLocks/>
          </p:cNvCxnSpPr>
          <p:nvPr/>
        </p:nvCxnSpPr>
        <p:spPr>
          <a:xfrm flipH="1">
            <a:off x="2532325" y="4996736"/>
            <a:ext cx="7097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7" name="Conector reto 356">
            <a:extLst>
              <a:ext uri="{FF2B5EF4-FFF2-40B4-BE49-F238E27FC236}">
                <a16:creationId xmlns:a16="http://schemas.microsoft.com/office/drawing/2014/main" id="{3C8C6A67-5293-48CE-BCF1-AA8ABB262F78}"/>
              </a:ext>
            </a:extLst>
          </p:cNvPr>
          <p:cNvCxnSpPr>
            <a:cxnSpLocks/>
          </p:cNvCxnSpPr>
          <p:nvPr/>
        </p:nvCxnSpPr>
        <p:spPr>
          <a:xfrm flipH="1">
            <a:off x="2500848" y="4852196"/>
            <a:ext cx="516196" cy="113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0" name="Conector reto 359">
            <a:extLst>
              <a:ext uri="{FF2B5EF4-FFF2-40B4-BE49-F238E27FC236}">
                <a16:creationId xmlns:a16="http://schemas.microsoft.com/office/drawing/2014/main" id="{B99B5C56-8DB7-4D85-9B34-1A5670832C1F}"/>
              </a:ext>
            </a:extLst>
          </p:cNvPr>
          <p:cNvCxnSpPr>
            <a:cxnSpLocks/>
          </p:cNvCxnSpPr>
          <p:nvPr/>
        </p:nvCxnSpPr>
        <p:spPr>
          <a:xfrm flipH="1">
            <a:off x="2005583" y="4852196"/>
            <a:ext cx="11056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 reto 361">
            <a:extLst>
              <a:ext uri="{FF2B5EF4-FFF2-40B4-BE49-F238E27FC236}">
                <a16:creationId xmlns:a16="http://schemas.microsoft.com/office/drawing/2014/main" id="{80C7B81B-CAE0-4826-AA73-F6A576D65319}"/>
              </a:ext>
            </a:extLst>
          </p:cNvPr>
          <p:cNvCxnSpPr>
            <a:cxnSpLocks/>
          </p:cNvCxnSpPr>
          <p:nvPr/>
        </p:nvCxnSpPr>
        <p:spPr>
          <a:xfrm>
            <a:off x="2302325" y="4537994"/>
            <a:ext cx="0" cy="114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3" name="Conector reto 362">
            <a:extLst>
              <a:ext uri="{FF2B5EF4-FFF2-40B4-BE49-F238E27FC236}">
                <a16:creationId xmlns:a16="http://schemas.microsoft.com/office/drawing/2014/main" id="{3F07B619-C38A-49EA-B787-AD56ED01CC53}"/>
              </a:ext>
            </a:extLst>
          </p:cNvPr>
          <p:cNvCxnSpPr>
            <a:cxnSpLocks/>
          </p:cNvCxnSpPr>
          <p:nvPr/>
        </p:nvCxnSpPr>
        <p:spPr>
          <a:xfrm>
            <a:off x="2306603" y="5051196"/>
            <a:ext cx="0" cy="1149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4" name="Conector reto 363">
            <a:extLst>
              <a:ext uri="{FF2B5EF4-FFF2-40B4-BE49-F238E27FC236}">
                <a16:creationId xmlns:a16="http://schemas.microsoft.com/office/drawing/2014/main" id="{FF6DA14F-93BB-4C2B-AEEF-E53D92176372}"/>
              </a:ext>
            </a:extLst>
          </p:cNvPr>
          <p:cNvCxnSpPr>
            <a:cxnSpLocks/>
          </p:cNvCxnSpPr>
          <p:nvPr/>
        </p:nvCxnSpPr>
        <p:spPr>
          <a:xfrm flipH="1">
            <a:off x="2306814" y="5166182"/>
            <a:ext cx="50198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6" name="Conector reto 365">
            <a:extLst>
              <a:ext uri="{FF2B5EF4-FFF2-40B4-BE49-F238E27FC236}">
                <a16:creationId xmlns:a16="http://schemas.microsoft.com/office/drawing/2014/main" id="{9FA49BFE-47AE-470E-9E2F-1AFDB6B8363E}"/>
              </a:ext>
            </a:extLst>
          </p:cNvPr>
          <p:cNvCxnSpPr>
            <a:cxnSpLocks/>
          </p:cNvCxnSpPr>
          <p:nvPr/>
        </p:nvCxnSpPr>
        <p:spPr>
          <a:xfrm>
            <a:off x="2005583" y="4852196"/>
            <a:ext cx="0" cy="377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Conector reto 367">
            <a:extLst>
              <a:ext uri="{FF2B5EF4-FFF2-40B4-BE49-F238E27FC236}">
                <a16:creationId xmlns:a16="http://schemas.microsoft.com/office/drawing/2014/main" id="{302C8898-F9DD-4544-8213-08CFBDB96E75}"/>
              </a:ext>
            </a:extLst>
          </p:cNvPr>
          <p:cNvCxnSpPr>
            <a:cxnSpLocks/>
          </p:cNvCxnSpPr>
          <p:nvPr/>
        </p:nvCxnSpPr>
        <p:spPr>
          <a:xfrm flipH="1">
            <a:off x="2003022" y="5230019"/>
            <a:ext cx="8798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to 369">
            <a:extLst>
              <a:ext uri="{FF2B5EF4-FFF2-40B4-BE49-F238E27FC236}">
                <a16:creationId xmlns:a16="http://schemas.microsoft.com/office/drawing/2014/main" id="{BE03CDBF-FEAC-4476-81BB-B790A62373EC}"/>
              </a:ext>
            </a:extLst>
          </p:cNvPr>
          <p:cNvCxnSpPr>
            <a:cxnSpLocks/>
          </p:cNvCxnSpPr>
          <p:nvPr/>
        </p:nvCxnSpPr>
        <p:spPr>
          <a:xfrm flipH="1">
            <a:off x="2302326" y="4537994"/>
            <a:ext cx="506472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5" name="Conector reto 374">
            <a:extLst>
              <a:ext uri="{FF2B5EF4-FFF2-40B4-BE49-F238E27FC236}">
                <a16:creationId xmlns:a16="http://schemas.microsoft.com/office/drawing/2014/main" id="{228A0208-6831-43DB-A6B0-0464C9723163}"/>
              </a:ext>
            </a:extLst>
          </p:cNvPr>
          <p:cNvCxnSpPr>
            <a:cxnSpLocks/>
          </p:cNvCxnSpPr>
          <p:nvPr/>
        </p:nvCxnSpPr>
        <p:spPr>
          <a:xfrm>
            <a:off x="2808798" y="4537994"/>
            <a:ext cx="0" cy="25341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7" name="Conector reto 376">
            <a:extLst>
              <a:ext uri="{FF2B5EF4-FFF2-40B4-BE49-F238E27FC236}">
                <a16:creationId xmlns:a16="http://schemas.microsoft.com/office/drawing/2014/main" id="{466B493C-8409-48B0-9E5F-4AB419DD2BEC}"/>
              </a:ext>
            </a:extLst>
          </p:cNvPr>
          <p:cNvCxnSpPr>
            <a:cxnSpLocks/>
          </p:cNvCxnSpPr>
          <p:nvPr/>
        </p:nvCxnSpPr>
        <p:spPr>
          <a:xfrm>
            <a:off x="2808798" y="4914295"/>
            <a:ext cx="0" cy="25341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8" name="Conector reto 377">
            <a:extLst>
              <a:ext uri="{FF2B5EF4-FFF2-40B4-BE49-F238E27FC236}">
                <a16:creationId xmlns:a16="http://schemas.microsoft.com/office/drawing/2014/main" id="{4E0BC213-516D-478A-BC8C-611CC2148024}"/>
              </a:ext>
            </a:extLst>
          </p:cNvPr>
          <p:cNvCxnSpPr>
            <a:cxnSpLocks/>
          </p:cNvCxnSpPr>
          <p:nvPr/>
        </p:nvCxnSpPr>
        <p:spPr>
          <a:xfrm>
            <a:off x="2884144" y="4976600"/>
            <a:ext cx="0" cy="253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ector reto 380">
            <a:extLst>
              <a:ext uri="{FF2B5EF4-FFF2-40B4-BE49-F238E27FC236}">
                <a16:creationId xmlns:a16="http://schemas.microsoft.com/office/drawing/2014/main" id="{15287EF6-B52E-45BE-9458-C21852CDDE98}"/>
              </a:ext>
            </a:extLst>
          </p:cNvPr>
          <p:cNvCxnSpPr>
            <a:cxnSpLocks/>
          </p:cNvCxnSpPr>
          <p:nvPr/>
        </p:nvCxnSpPr>
        <p:spPr>
          <a:xfrm flipH="1">
            <a:off x="2808799" y="4914295"/>
            <a:ext cx="208245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83" name="Conector reto 382">
            <a:extLst>
              <a:ext uri="{FF2B5EF4-FFF2-40B4-BE49-F238E27FC236}">
                <a16:creationId xmlns:a16="http://schemas.microsoft.com/office/drawing/2014/main" id="{1696ABE8-B54C-40BD-A3CB-94211562BD6F}"/>
              </a:ext>
            </a:extLst>
          </p:cNvPr>
          <p:cNvCxnSpPr>
            <a:cxnSpLocks/>
          </p:cNvCxnSpPr>
          <p:nvPr/>
        </p:nvCxnSpPr>
        <p:spPr>
          <a:xfrm flipH="1">
            <a:off x="2808799" y="4791413"/>
            <a:ext cx="20824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5" name="Conector reto 384">
            <a:extLst>
              <a:ext uri="{FF2B5EF4-FFF2-40B4-BE49-F238E27FC236}">
                <a16:creationId xmlns:a16="http://schemas.microsoft.com/office/drawing/2014/main" id="{A3AAEE16-F7C5-4ADF-8104-231D1CB7613E}"/>
              </a:ext>
            </a:extLst>
          </p:cNvPr>
          <p:cNvCxnSpPr>
            <a:cxnSpLocks/>
          </p:cNvCxnSpPr>
          <p:nvPr/>
        </p:nvCxnSpPr>
        <p:spPr>
          <a:xfrm flipH="1">
            <a:off x="2882840" y="4976600"/>
            <a:ext cx="1342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ector: Angulado 387">
            <a:extLst>
              <a:ext uri="{FF2B5EF4-FFF2-40B4-BE49-F238E27FC236}">
                <a16:creationId xmlns:a16="http://schemas.microsoft.com/office/drawing/2014/main" id="{02704BA7-403D-43E5-BF74-4D0190482D5B}"/>
              </a:ext>
            </a:extLst>
          </p:cNvPr>
          <p:cNvCxnSpPr>
            <a:stCxn id="248" idx="3"/>
            <a:endCxn id="145" idx="2"/>
          </p:cNvCxnSpPr>
          <p:nvPr/>
        </p:nvCxnSpPr>
        <p:spPr>
          <a:xfrm flipV="1">
            <a:off x="3558347" y="4594485"/>
            <a:ext cx="1911868" cy="28550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0" name="Conector: Angulado 389">
            <a:extLst>
              <a:ext uri="{FF2B5EF4-FFF2-40B4-BE49-F238E27FC236}">
                <a16:creationId xmlns:a16="http://schemas.microsoft.com/office/drawing/2014/main" id="{7E7287D6-8EC8-4BF0-9005-5EC23EB282D1}"/>
              </a:ext>
            </a:extLst>
          </p:cNvPr>
          <p:cNvCxnSpPr>
            <a:cxnSpLocks/>
            <a:stCxn id="188" idx="0"/>
          </p:cNvCxnSpPr>
          <p:nvPr/>
        </p:nvCxnSpPr>
        <p:spPr>
          <a:xfrm rot="16200000" flipH="1">
            <a:off x="3293758" y="-442396"/>
            <a:ext cx="217426" cy="4482184"/>
          </a:xfrm>
          <a:prstGeom prst="bentConnector4">
            <a:avLst>
              <a:gd name="adj1" fmla="val -339513"/>
              <a:gd name="adj2" fmla="val 100083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3" name="Conector: Angulado 392">
            <a:extLst>
              <a:ext uri="{FF2B5EF4-FFF2-40B4-BE49-F238E27FC236}">
                <a16:creationId xmlns:a16="http://schemas.microsoft.com/office/drawing/2014/main" id="{C168E66F-C18A-4EB4-877E-1CCC53CE4CED}"/>
              </a:ext>
            </a:extLst>
          </p:cNvPr>
          <p:cNvCxnSpPr>
            <a:cxnSpLocks/>
            <a:stCxn id="180" idx="0"/>
          </p:cNvCxnSpPr>
          <p:nvPr/>
        </p:nvCxnSpPr>
        <p:spPr>
          <a:xfrm rot="16200000" flipH="1">
            <a:off x="4631289" y="1236886"/>
            <a:ext cx="527133" cy="811612"/>
          </a:xfrm>
          <a:prstGeom prst="bentConnector4">
            <a:avLst>
              <a:gd name="adj1" fmla="val -35236"/>
              <a:gd name="adj2" fmla="val 10008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3" name="Conector: Angulado 402">
            <a:extLst>
              <a:ext uri="{FF2B5EF4-FFF2-40B4-BE49-F238E27FC236}">
                <a16:creationId xmlns:a16="http://schemas.microsoft.com/office/drawing/2014/main" id="{14FFCB88-8988-4E85-BC04-76A182525EFA}"/>
              </a:ext>
            </a:extLst>
          </p:cNvPr>
          <p:cNvCxnSpPr>
            <a:stCxn id="185" idx="0"/>
            <a:endCxn id="145" idx="0"/>
          </p:cNvCxnSpPr>
          <p:nvPr/>
        </p:nvCxnSpPr>
        <p:spPr>
          <a:xfrm rot="16200000" flipH="1">
            <a:off x="4353517" y="789561"/>
            <a:ext cx="527133" cy="1706262"/>
          </a:xfrm>
          <a:prstGeom prst="bentConnector3">
            <a:avLst>
              <a:gd name="adj1" fmla="val -58727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6" name="Conector: Angulado 415">
            <a:extLst>
              <a:ext uri="{FF2B5EF4-FFF2-40B4-BE49-F238E27FC236}">
                <a16:creationId xmlns:a16="http://schemas.microsoft.com/office/drawing/2014/main" id="{3D5E7636-395E-46CD-894C-E28E20047FF2}"/>
              </a:ext>
            </a:extLst>
          </p:cNvPr>
          <p:cNvCxnSpPr>
            <a:cxnSpLocks/>
            <a:endCxn id="180" idx="3"/>
          </p:cNvCxnSpPr>
          <p:nvPr/>
        </p:nvCxnSpPr>
        <p:spPr>
          <a:xfrm rot="10800000">
            <a:off x="4759050" y="1559127"/>
            <a:ext cx="423606" cy="330941"/>
          </a:xfrm>
          <a:prstGeom prst="bentConnector3">
            <a:avLst>
              <a:gd name="adj1" fmla="val 2031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055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106</Words>
  <Application>Microsoft Office PowerPoint</Application>
  <PresentationFormat>Widescreen</PresentationFormat>
  <Paragraphs>79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Eduardo Dörr</dc:creator>
  <cp:lastModifiedBy>Eduardo Dörr</cp:lastModifiedBy>
  <cp:revision>38</cp:revision>
  <dcterms:created xsi:type="dcterms:W3CDTF">2019-05-11T17:21:56Z</dcterms:created>
  <dcterms:modified xsi:type="dcterms:W3CDTF">2019-11-10T21:49:24Z</dcterms:modified>
</cp:coreProperties>
</file>