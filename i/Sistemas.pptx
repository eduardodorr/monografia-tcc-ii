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56" r:id="rId4"/>
    <p:sldId id="257" r:id="rId5"/>
    <p:sldId id="258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50" d="100"/>
          <a:sy n="150" d="100"/>
        </p:scale>
        <p:origin x="108" y="-7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5873533-311C-4148-A14C-395CB1CA64C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823B65F-21B8-44A4-8F4D-BB75C2F2A0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B9A0E75-BE5F-4ADA-BA18-3617899265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D51A59F-BBC0-40D1-850F-B39931BE0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7B855F11-0439-4C64-BCAC-C998F645C5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2745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88BC34-7933-4D1C-9F46-4F27D447B6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ACDA504-4D6C-492D-BBAA-DBF68C1D79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6244EAF-37B0-43E7-BD72-77A5F3EE6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E00BF0-1F18-42AA-8E76-1113009BD6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B1EE2B2-8626-4422-A25B-0F7CD3C3B7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19699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5B6588-AE62-4C77-A4EB-68E2548E0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490B4E6-F31D-4997-8A05-DF0A9F5233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3294259-DB44-49E6-870C-3B30FFB43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2E9B99B-D490-4BB9-90B6-5B48A9D66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D7E8F2F-F258-4E02-BC94-625FEAAF4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7752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0625CD-049B-4C0E-8E98-0863B3E871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65B7AECD-13DC-41B7-97B3-562034F9C3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109C50E1-4AB3-4247-A5CF-AF2211ABE3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BC77DC-CEF8-4E68-99F1-945EC358F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A620C6F4-17DE-4ED9-BA13-999B04BB05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D866355D-0EA2-4E67-8E69-990215D2F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66184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A765DE-71B5-44AD-ACD0-D3359F6C7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6BE08A60-EFE3-449A-97A3-5133FE71E6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4FD76CD-82B9-4ED9-86FC-569682B59B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56180256-CA52-46A5-B29E-C18907C631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0D53178B-BBD6-45FA-AD2F-008EE53A1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800F1FA-6D81-41BB-9221-B171AA28FA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F0C040CD-65A5-4965-B159-5A925CB1F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27DF9535-96CB-419C-8D43-48CAF6B0B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1340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4F0A53-7B08-4621-8029-2A00AF3870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1A5656-9E10-47A4-B129-F1579F5BD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CA0788A7-D55C-4B77-B4A5-E71B17A58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AE265ECC-6C73-4B54-A336-72DD61AF1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1567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88C5CCF-7DB8-4635-B4BC-23CCC3233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AB37D1FE-2C82-40B2-9E4A-B327C291E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5F48F22-5975-48AD-81F4-D1903307D1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4203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FF54F4-FC73-4E46-AE1D-AF9D1AA79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E9D02DE-D7D3-4921-A374-3FB475978D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2D187CC4-7F98-43E3-9D60-5252883725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634D284-A401-4FA7-B01A-4D4C4498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4C5C773-CB83-48A7-B37F-DFF36851FE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3A9A8E8-9413-4E62-96C8-1D061B0B6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2977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4C11E4-8937-4240-8BC7-85BE49E3F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A47A0EB1-C0CF-4E1A-8FE4-F3AF7438B8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FB441AAB-21A6-4BF8-AB3A-ED0A86D668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D3863B5A-5906-4A10-A91F-95886F5E2B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8A9D05F-D494-4DC9-A748-7B5A5EF41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7CBBADFA-C917-48E8-9406-477483C9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532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36A5F2-44A3-4CB5-9E41-70A78D265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C0F7B97-ED26-49D2-9FA5-48F7364588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FA28306-BBFC-4539-956E-E6C0313F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42DDE31-5196-436A-AAFD-1B7D77298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F40A0A6-F446-4C7D-8F1B-847F880BE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599938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8E067F6-09A3-4C4D-9E1C-184F063F9C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7417135-2CD4-44CE-A3A1-CFF9D0DE12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0AA92BE-3589-48CF-A2AF-9368EAAE5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A2FF48F2-34B4-41BF-A4AF-DADBBB45CD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1548CFC-9E9D-4E49-8350-A0E39C50A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35241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DCBED3D-D425-4F91-A632-69CBE8FB3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805C5A51-1A2F-4150-AAAE-3624FB938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7D7BAA-FFFD-4B14-AAF8-AA22E5691E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21E0E1-A2C5-48C6-9105-6CF53D1FF6D2}" type="datetimeFigureOut">
              <a:rPr lang="pt-BR" smtClean="0"/>
              <a:t>02/11/2019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6F9DD25E-C27A-4603-B6C2-A35A56F395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F418855-CB12-4FE1-8D6D-E7B42AAD4C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AC3383-526D-4483-A4B7-890CFA40A5F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31601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3" Type="http://schemas.openxmlformats.org/officeDocument/2006/relationships/image" Target="../media/image210.png"/><Relationship Id="rId7" Type="http://schemas.openxmlformats.org/officeDocument/2006/relationships/image" Target="../media/image60.png"/><Relationship Id="rId12" Type="http://schemas.openxmlformats.org/officeDocument/2006/relationships/image" Target="../media/image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11" Type="http://schemas.openxmlformats.org/officeDocument/2006/relationships/image" Target="../media/image10.png"/><Relationship Id="rId5" Type="http://schemas.openxmlformats.org/officeDocument/2006/relationships/image" Target="../media/image40.png"/><Relationship Id="rId10" Type="http://schemas.openxmlformats.org/officeDocument/2006/relationships/image" Target="../media/image90.png"/><Relationship Id="rId4" Type="http://schemas.openxmlformats.org/officeDocument/2006/relationships/image" Target="../media/image30.png"/><Relationship Id="rId9" Type="http://schemas.openxmlformats.org/officeDocument/2006/relationships/image" Target="../media/image80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png"/><Relationship Id="rId7" Type="http://schemas.openxmlformats.org/officeDocument/2006/relationships/image" Target="../media/image1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10" Type="http://schemas.openxmlformats.org/officeDocument/2006/relationships/image" Target="../media/image29.png"/><Relationship Id="rId4" Type="http://schemas.openxmlformats.org/officeDocument/2006/relationships/image" Target="../media/image24.png"/><Relationship Id="rId9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jfif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43.png"/><Relationship Id="rId5" Type="http://schemas.openxmlformats.org/officeDocument/2006/relationships/image" Target="../media/image36.png"/><Relationship Id="rId10" Type="http://schemas.openxmlformats.org/officeDocument/2006/relationships/image" Target="../media/image42.png"/><Relationship Id="rId4" Type="http://schemas.openxmlformats.org/officeDocument/2006/relationships/image" Target="../media/image35.png"/><Relationship Id="rId9" Type="http://schemas.openxmlformats.org/officeDocument/2006/relationships/image" Target="../media/image4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13" Type="http://schemas.openxmlformats.org/officeDocument/2006/relationships/image" Target="../media/image49.png"/><Relationship Id="rId3" Type="http://schemas.openxmlformats.org/officeDocument/2006/relationships/image" Target="../media/image45.png"/><Relationship Id="rId7" Type="http://schemas.openxmlformats.org/officeDocument/2006/relationships/image" Target="../media/image46.png"/><Relationship Id="rId12" Type="http://schemas.openxmlformats.org/officeDocument/2006/relationships/image" Target="../media/image48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11" Type="http://schemas.openxmlformats.org/officeDocument/2006/relationships/image" Target="../media/image47.png"/><Relationship Id="rId5" Type="http://schemas.openxmlformats.org/officeDocument/2006/relationships/image" Target="../media/image36.png"/><Relationship Id="rId10" Type="http://schemas.openxmlformats.org/officeDocument/2006/relationships/image" Target="../media/image43.png"/><Relationship Id="rId4" Type="http://schemas.openxmlformats.org/officeDocument/2006/relationships/image" Target="../media/image35.png"/><Relationship Id="rId9" Type="http://schemas.openxmlformats.org/officeDocument/2006/relationships/image" Target="../media/image42.png"/><Relationship Id="rId14" Type="http://schemas.openxmlformats.org/officeDocument/2006/relationships/image" Target="../media/image5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uxograma: Processo 3">
            <a:extLst>
              <a:ext uri="{FF2B5EF4-FFF2-40B4-BE49-F238E27FC236}">
                <a16:creationId xmlns:a16="http://schemas.microsoft.com/office/drawing/2014/main" id="{9EBAE7F4-AEF4-470C-9DF9-BB7ED89DE7C1}"/>
              </a:ext>
            </a:extLst>
          </p:cNvPr>
          <p:cNvSpPr/>
          <p:nvPr/>
        </p:nvSpPr>
        <p:spPr>
          <a:xfrm>
            <a:off x="3081527" y="2839128"/>
            <a:ext cx="941781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/>
              <a:t>Controlador</a:t>
            </a:r>
          </a:p>
        </p:txBody>
      </p:sp>
      <p:sp>
        <p:nvSpPr>
          <p:cNvPr id="6" name="Fluxograma: Conector 5">
            <a:extLst>
              <a:ext uri="{FF2B5EF4-FFF2-40B4-BE49-F238E27FC236}">
                <a16:creationId xmlns:a16="http://schemas.microsoft.com/office/drawing/2014/main" id="{D71D1F64-A979-4548-9F47-985CE33D0E9E}"/>
              </a:ext>
            </a:extLst>
          </p:cNvPr>
          <p:cNvSpPr/>
          <p:nvPr/>
        </p:nvSpPr>
        <p:spPr>
          <a:xfrm>
            <a:off x="2261069" y="2975778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" name="Fluxograma: Processo 9">
            <a:extLst>
              <a:ext uri="{FF2B5EF4-FFF2-40B4-BE49-F238E27FC236}">
                <a16:creationId xmlns:a16="http://schemas.microsoft.com/office/drawing/2014/main" id="{F5FEBA4E-4BE4-44E4-8C67-70D3CB0C9C3F}"/>
              </a:ext>
            </a:extLst>
          </p:cNvPr>
          <p:cNvSpPr/>
          <p:nvPr/>
        </p:nvSpPr>
        <p:spPr>
          <a:xfrm>
            <a:off x="4593804" y="2839128"/>
            <a:ext cx="720000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100" dirty="0">
                <a:ea typeface="Cambria Math" panose="02040503050406030204" pitchFamily="18" charset="0"/>
              </a:rPr>
              <a:t>Processo</a:t>
            </a:r>
          </a:p>
        </p:txBody>
      </p: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AA709A41-56EC-4327-AE71-2C59BFADF2C5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2527769" y="3109128"/>
            <a:ext cx="553758" cy="7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F8F2C6EA-A79D-4368-9525-FB7421F54CC9}"/>
              </a:ext>
            </a:extLst>
          </p:cNvPr>
          <p:cNvCxnSpPr>
            <a:cxnSpLocks/>
          </p:cNvCxnSpPr>
          <p:nvPr/>
        </p:nvCxnSpPr>
        <p:spPr>
          <a:xfrm flipV="1">
            <a:off x="1697132" y="3109128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B0658EEB-8780-4A63-9B14-71C640477836}"/>
              </a:ext>
            </a:extLst>
          </p:cNvPr>
          <p:cNvCxnSpPr>
            <a:cxnSpLocks/>
          </p:cNvCxnSpPr>
          <p:nvPr/>
        </p:nvCxnSpPr>
        <p:spPr>
          <a:xfrm flipV="1">
            <a:off x="5313804" y="3109128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5104C636-4EAB-41E8-B782-5E251991FAFD}"/>
              </a:ext>
            </a:extLst>
          </p:cNvPr>
          <p:cNvCxnSpPr>
            <a:cxnSpLocks/>
          </p:cNvCxnSpPr>
          <p:nvPr/>
        </p:nvCxnSpPr>
        <p:spPr>
          <a:xfrm flipV="1">
            <a:off x="4031677" y="3109128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Conector: Angulado 41">
            <a:extLst>
              <a:ext uri="{FF2B5EF4-FFF2-40B4-BE49-F238E27FC236}">
                <a16:creationId xmlns:a16="http://schemas.microsoft.com/office/drawing/2014/main" id="{EE946F8C-0F5F-4CD7-B827-AF3793FFBC80}"/>
              </a:ext>
            </a:extLst>
          </p:cNvPr>
          <p:cNvCxnSpPr>
            <a:cxnSpLocks/>
            <a:stCxn id="36" idx="1"/>
            <a:endCxn id="6" idx="4"/>
          </p:cNvCxnSpPr>
          <p:nvPr/>
        </p:nvCxnSpPr>
        <p:spPr>
          <a:xfrm rot="10800000">
            <a:off x="2394419" y="3242479"/>
            <a:ext cx="1340724" cy="64199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60E5A82B-631F-4200-AF37-85B86FB305DA}"/>
                  </a:ext>
                </a:extLst>
              </p:cNvPr>
              <p:cNvSpPr txBox="1"/>
              <p:nvPr/>
            </p:nvSpPr>
            <p:spPr>
              <a:xfrm>
                <a:off x="1555413" y="2828174"/>
                <a:ext cx="553758" cy="291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𝑠𝑝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60E5A82B-631F-4200-AF37-85B86FB30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413" y="2828174"/>
                <a:ext cx="553758" cy="2912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/>
              <p:nvPr/>
            </p:nvSpPr>
            <p:spPr>
              <a:xfrm>
                <a:off x="5724032" y="2821174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4032" y="2821174"/>
                <a:ext cx="553758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/>
              <p:nvPr/>
            </p:nvSpPr>
            <p:spPr>
              <a:xfrm>
                <a:off x="2482908" y="283228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2908" y="2832289"/>
                <a:ext cx="55375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CaixaDeTexto 57">
            <a:extLst>
              <a:ext uri="{FF2B5EF4-FFF2-40B4-BE49-F238E27FC236}">
                <a16:creationId xmlns:a16="http://schemas.microsoft.com/office/drawing/2014/main" id="{5F2FB6D9-98FB-48A1-80DE-BDE6A04F07B0}"/>
              </a:ext>
            </a:extLst>
          </p:cNvPr>
          <p:cNvSpPr txBox="1"/>
          <p:nvPr/>
        </p:nvSpPr>
        <p:spPr>
          <a:xfrm>
            <a:off x="2127719" y="3177471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  <p:sp>
        <p:nvSpPr>
          <p:cNvPr id="36" name="Fluxograma: Processo 35">
            <a:extLst>
              <a:ext uri="{FF2B5EF4-FFF2-40B4-BE49-F238E27FC236}">
                <a16:creationId xmlns:a16="http://schemas.microsoft.com/office/drawing/2014/main" id="{7374C08C-FAA0-4CDB-B27E-C3599A7687FE}"/>
              </a:ext>
            </a:extLst>
          </p:cNvPr>
          <p:cNvSpPr/>
          <p:nvPr/>
        </p:nvSpPr>
        <p:spPr>
          <a:xfrm>
            <a:off x="3735143" y="3614471"/>
            <a:ext cx="720000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/>
              <a:t>Sensor</a:t>
            </a:r>
          </a:p>
        </p:txBody>
      </p:sp>
      <p:cxnSp>
        <p:nvCxnSpPr>
          <p:cNvPr id="38" name="Conector: Angulado 37">
            <a:extLst>
              <a:ext uri="{FF2B5EF4-FFF2-40B4-BE49-F238E27FC236}">
                <a16:creationId xmlns:a16="http://schemas.microsoft.com/office/drawing/2014/main" id="{506FC82E-7F01-407A-A5E6-FF230E85A5D0}"/>
              </a:ext>
            </a:extLst>
          </p:cNvPr>
          <p:cNvCxnSpPr>
            <a:cxnSpLocks/>
            <a:endCxn id="36" idx="3"/>
          </p:cNvCxnSpPr>
          <p:nvPr/>
        </p:nvCxnSpPr>
        <p:spPr>
          <a:xfrm rot="10800000" flipV="1">
            <a:off x="4455143" y="3109127"/>
            <a:ext cx="1063704" cy="775343"/>
          </a:xfrm>
          <a:prstGeom prst="bentConnector3">
            <a:avLst>
              <a:gd name="adj1" fmla="val -190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9C27D05D-C259-4558-B2FD-24B4E2B79052}"/>
                  </a:ext>
                </a:extLst>
              </p:cNvPr>
              <p:cNvSpPr txBox="1"/>
              <p:nvPr/>
            </p:nvSpPr>
            <p:spPr>
              <a:xfrm>
                <a:off x="4023308" y="2842473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9C27D05D-C259-4558-B2FD-24B4E2B79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3308" y="2842473"/>
                <a:ext cx="553758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271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uxograma: Processo 3">
            <a:extLst>
              <a:ext uri="{FF2B5EF4-FFF2-40B4-BE49-F238E27FC236}">
                <a16:creationId xmlns:a16="http://schemas.microsoft.com/office/drawing/2014/main" id="{9EBAE7F4-AEF4-470C-9DF9-BB7ED89DE7C1}"/>
              </a:ext>
            </a:extLst>
          </p:cNvPr>
          <p:cNvSpPr/>
          <p:nvPr/>
        </p:nvSpPr>
        <p:spPr>
          <a:xfrm>
            <a:off x="3081527" y="2839136"/>
            <a:ext cx="720001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/>
              <a:t>PID</a:t>
            </a:r>
          </a:p>
        </p:txBody>
      </p:sp>
      <p:sp>
        <p:nvSpPr>
          <p:cNvPr id="6" name="Fluxograma: Conector 5">
            <a:extLst>
              <a:ext uri="{FF2B5EF4-FFF2-40B4-BE49-F238E27FC236}">
                <a16:creationId xmlns:a16="http://schemas.microsoft.com/office/drawing/2014/main" id="{D71D1F64-A979-4548-9F47-985CE33D0E9E}"/>
              </a:ext>
            </a:extLst>
          </p:cNvPr>
          <p:cNvSpPr/>
          <p:nvPr/>
        </p:nvSpPr>
        <p:spPr>
          <a:xfrm>
            <a:off x="2261069" y="2513823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" name="Fluxograma: Processo 9">
            <a:extLst>
              <a:ext uri="{FF2B5EF4-FFF2-40B4-BE49-F238E27FC236}">
                <a16:creationId xmlns:a16="http://schemas.microsoft.com/office/drawing/2014/main" id="{F5FEBA4E-4BE4-44E4-8C67-70D3CB0C9C3F}"/>
              </a:ext>
            </a:extLst>
          </p:cNvPr>
          <p:cNvSpPr/>
          <p:nvPr/>
        </p:nvSpPr>
        <p:spPr>
          <a:xfrm>
            <a:off x="5336767" y="2377173"/>
            <a:ext cx="720000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100" dirty="0">
                <a:ea typeface="Cambria Math" panose="02040503050406030204" pitchFamily="18" charset="0"/>
              </a:rPr>
              <a:t>Processo</a:t>
            </a:r>
          </a:p>
        </p:txBody>
      </p: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AA709A41-56EC-4327-AE71-2C59BFADF2C5}"/>
              </a:ext>
            </a:extLst>
          </p:cNvPr>
          <p:cNvCxnSpPr>
            <a:cxnSpLocks/>
            <a:endCxn id="4" idx="1"/>
          </p:cNvCxnSpPr>
          <p:nvPr/>
        </p:nvCxnSpPr>
        <p:spPr>
          <a:xfrm>
            <a:off x="2527769" y="2646776"/>
            <a:ext cx="553758" cy="46236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F8F2C6EA-A79D-4368-9525-FB7421F54CC9}"/>
              </a:ext>
            </a:extLst>
          </p:cNvPr>
          <p:cNvCxnSpPr>
            <a:cxnSpLocks/>
          </p:cNvCxnSpPr>
          <p:nvPr/>
        </p:nvCxnSpPr>
        <p:spPr>
          <a:xfrm flipV="1">
            <a:off x="1697132" y="2647173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B0658EEB-8780-4A63-9B14-71C640477836}"/>
              </a:ext>
            </a:extLst>
          </p:cNvPr>
          <p:cNvCxnSpPr>
            <a:cxnSpLocks/>
          </p:cNvCxnSpPr>
          <p:nvPr/>
        </p:nvCxnSpPr>
        <p:spPr>
          <a:xfrm flipV="1">
            <a:off x="6056767" y="2647173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5104C636-4EAB-41E8-B782-5E251991FAFD}"/>
              </a:ext>
            </a:extLst>
          </p:cNvPr>
          <p:cNvCxnSpPr>
            <a:cxnSpLocks/>
            <a:stCxn id="4" idx="3"/>
            <a:endCxn id="37" idx="2"/>
          </p:cNvCxnSpPr>
          <p:nvPr/>
        </p:nvCxnSpPr>
        <p:spPr>
          <a:xfrm flipV="1">
            <a:off x="3801528" y="2816277"/>
            <a:ext cx="742650" cy="29285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Conector: Angulado 41">
            <a:extLst>
              <a:ext uri="{FF2B5EF4-FFF2-40B4-BE49-F238E27FC236}">
                <a16:creationId xmlns:a16="http://schemas.microsoft.com/office/drawing/2014/main" id="{EE946F8C-0F5F-4CD7-B827-AF3793FFBC80}"/>
              </a:ext>
            </a:extLst>
          </p:cNvPr>
          <p:cNvCxnSpPr>
            <a:cxnSpLocks/>
            <a:stCxn id="36" idx="1"/>
            <a:endCxn id="6" idx="4"/>
          </p:cNvCxnSpPr>
          <p:nvPr/>
        </p:nvCxnSpPr>
        <p:spPr>
          <a:xfrm rot="10800000">
            <a:off x="2394419" y="2780523"/>
            <a:ext cx="1340724" cy="110394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60E5A82B-631F-4200-AF37-85B86FB305DA}"/>
                  </a:ext>
                </a:extLst>
              </p:cNvPr>
              <p:cNvSpPr txBox="1"/>
              <p:nvPr/>
            </p:nvSpPr>
            <p:spPr>
              <a:xfrm>
                <a:off x="1555413" y="2366219"/>
                <a:ext cx="553758" cy="2912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𝑠𝑝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60E5A82B-631F-4200-AF37-85B86FB30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413" y="2366219"/>
                <a:ext cx="553758" cy="2912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/>
              <p:nvPr/>
            </p:nvSpPr>
            <p:spPr>
              <a:xfrm>
                <a:off x="6466995" y="235921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6995" y="2359219"/>
                <a:ext cx="553758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/>
              <p:nvPr/>
            </p:nvSpPr>
            <p:spPr>
              <a:xfrm>
                <a:off x="2392609" y="2380517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𝑒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92609" y="2380517"/>
                <a:ext cx="55375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CaixaDeTexto 57">
            <a:extLst>
              <a:ext uri="{FF2B5EF4-FFF2-40B4-BE49-F238E27FC236}">
                <a16:creationId xmlns:a16="http://schemas.microsoft.com/office/drawing/2014/main" id="{5F2FB6D9-98FB-48A1-80DE-BDE6A04F07B0}"/>
              </a:ext>
            </a:extLst>
          </p:cNvPr>
          <p:cNvSpPr txBox="1"/>
          <p:nvPr/>
        </p:nvSpPr>
        <p:spPr>
          <a:xfrm>
            <a:off x="2127719" y="2715516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  <p:sp>
        <p:nvSpPr>
          <p:cNvPr id="36" name="Fluxograma: Processo 35">
            <a:extLst>
              <a:ext uri="{FF2B5EF4-FFF2-40B4-BE49-F238E27FC236}">
                <a16:creationId xmlns:a16="http://schemas.microsoft.com/office/drawing/2014/main" id="{7374C08C-FAA0-4CDB-B27E-C3599A7687FE}"/>
              </a:ext>
            </a:extLst>
          </p:cNvPr>
          <p:cNvSpPr/>
          <p:nvPr/>
        </p:nvSpPr>
        <p:spPr>
          <a:xfrm>
            <a:off x="3735143" y="3614471"/>
            <a:ext cx="720000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/>
              <a:t>Sensor</a:t>
            </a:r>
          </a:p>
        </p:txBody>
      </p:sp>
      <p:cxnSp>
        <p:nvCxnSpPr>
          <p:cNvPr id="38" name="Conector: Angulado 37">
            <a:extLst>
              <a:ext uri="{FF2B5EF4-FFF2-40B4-BE49-F238E27FC236}">
                <a16:creationId xmlns:a16="http://schemas.microsoft.com/office/drawing/2014/main" id="{506FC82E-7F01-407A-A5E6-FF230E85A5D0}"/>
              </a:ext>
            </a:extLst>
          </p:cNvPr>
          <p:cNvCxnSpPr>
            <a:cxnSpLocks/>
            <a:endCxn id="36" idx="3"/>
          </p:cNvCxnSpPr>
          <p:nvPr/>
        </p:nvCxnSpPr>
        <p:spPr>
          <a:xfrm rot="10800000" flipV="1">
            <a:off x="4455144" y="2646775"/>
            <a:ext cx="1878503" cy="1237695"/>
          </a:xfrm>
          <a:prstGeom prst="bentConnector3">
            <a:avLst>
              <a:gd name="adj1" fmla="val 816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9C27D05D-C259-4558-B2FD-24B4E2B79052}"/>
                  </a:ext>
                </a:extLst>
              </p:cNvPr>
              <p:cNvSpPr txBox="1"/>
              <p:nvPr/>
            </p:nvSpPr>
            <p:spPr>
              <a:xfrm>
                <a:off x="4828790" y="2380518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9C27D05D-C259-4558-B2FD-24B4E2B79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28790" y="2380518"/>
                <a:ext cx="553758" cy="27699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Fluxograma: Processo 17">
            <a:extLst>
              <a:ext uri="{FF2B5EF4-FFF2-40B4-BE49-F238E27FC236}">
                <a16:creationId xmlns:a16="http://schemas.microsoft.com/office/drawing/2014/main" id="{F9A2D0A4-5804-49AE-9F8E-5A2F35D927CE}"/>
              </a:ext>
            </a:extLst>
          </p:cNvPr>
          <p:cNvSpPr/>
          <p:nvPr/>
        </p:nvSpPr>
        <p:spPr>
          <a:xfrm>
            <a:off x="3081526" y="1911558"/>
            <a:ext cx="720001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 sz="1200" dirty="0"/>
          </a:p>
        </p:txBody>
      </p:sp>
      <p:cxnSp>
        <p:nvCxnSpPr>
          <p:cNvPr id="19" name="Conector de Seta Reta 18">
            <a:extLst>
              <a:ext uri="{FF2B5EF4-FFF2-40B4-BE49-F238E27FC236}">
                <a16:creationId xmlns:a16="http://schemas.microsoft.com/office/drawing/2014/main" id="{98B80250-6A68-446C-AB42-07A42C7D1EF0}"/>
              </a:ext>
            </a:extLst>
          </p:cNvPr>
          <p:cNvCxnSpPr>
            <a:cxnSpLocks/>
            <a:stCxn id="6" idx="6"/>
            <a:endCxn id="18" idx="1"/>
          </p:cNvCxnSpPr>
          <p:nvPr/>
        </p:nvCxnSpPr>
        <p:spPr>
          <a:xfrm flipV="1">
            <a:off x="2527769" y="2181558"/>
            <a:ext cx="553757" cy="4656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Conector de Seta Reta 34">
            <a:extLst>
              <a:ext uri="{FF2B5EF4-FFF2-40B4-BE49-F238E27FC236}">
                <a16:creationId xmlns:a16="http://schemas.microsoft.com/office/drawing/2014/main" id="{3749FA34-EF3E-4DF5-996D-55395E233158}"/>
              </a:ext>
            </a:extLst>
          </p:cNvPr>
          <p:cNvCxnSpPr>
            <a:cxnSpLocks/>
            <a:stCxn id="18" idx="3"/>
            <a:endCxn id="23" idx="2"/>
          </p:cNvCxnSpPr>
          <p:nvPr/>
        </p:nvCxnSpPr>
        <p:spPr>
          <a:xfrm>
            <a:off x="3801527" y="2181558"/>
            <a:ext cx="736771" cy="29286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Imagem 16">
            <a:extLst>
              <a:ext uri="{FF2B5EF4-FFF2-40B4-BE49-F238E27FC236}">
                <a16:creationId xmlns:a16="http://schemas.microsoft.com/office/drawing/2014/main" id="{1CE28C0D-3183-4408-AD46-6DA7F17C870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4127" y="2007166"/>
            <a:ext cx="354799" cy="348785"/>
          </a:xfrm>
          <a:prstGeom prst="rect">
            <a:avLst/>
          </a:prstGeom>
        </p:spPr>
      </p:pic>
      <p:sp>
        <p:nvSpPr>
          <p:cNvPr id="23" name="Elipse 22">
            <a:extLst>
              <a:ext uri="{FF2B5EF4-FFF2-40B4-BE49-F238E27FC236}">
                <a16:creationId xmlns:a16="http://schemas.microsoft.com/office/drawing/2014/main" id="{2EA32D58-1300-4AD9-B90F-873E40A1B5F9}"/>
              </a:ext>
            </a:extLst>
          </p:cNvPr>
          <p:cNvSpPr/>
          <p:nvPr/>
        </p:nvSpPr>
        <p:spPr>
          <a:xfrm>
            <a:off x="4538298" y="2451558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7" name="Elipse 36">
            <a:extLst>
              <a:ext uri="{FF2B5EF4-FFF2-40B4-BE49-F238E27FC236}">
                <a16:creationId xmlns:a16="http://schemas.microsoft.com/office/drawing/2014/main" id="{65A3BDDE-8170-4CAF-9130-35BD3B6156F3}"/>
              </a:ext>
            </a:extLst>
          </p:cNvPr>
          <p:cNvSpPr/>
          <p:nvPr/>
        </p:nvSpPr>
        <p:spPr>
          <a:xfrm>
            <a:off x="4544178" y="2793417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39" name="Elipse 38">
            <a:extLst>
              <a:ext uri="{FF2B5EF4-FFF2-40B4-BE49-F238E27FC236}">
                <a16:creationId xmlns:a16="http://schemas.microsoft.com/office/drawing/2014/main" id="{FA39F418-4B84-477D-A900-656A9D57B68E}"/>
              </a:ext>
            </a:extLst>
          </p:cNvPr>
          <p:cNvSpPr/>
          <p:nvPr/>
        </p:nvSpPr>
        <p:spPr>
          <a:xfrm>
            <a:off x="4880820" y="262391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40" name="Conector de Seta Reta 39">
            <a:extLst>
              <a:ext uri="{FF2B5EF4-FFF2-40B4-BE49-F238E27FC236}">
                <a16:creationId xmlns:a16="http://schemas.microsoft.com/office/drawing/2014/main" id="{4FEDBE1A-0853-4B65-96D5-E50080B0D890}"/>
              </a:ext>
            </a:extLst>
          </p:cNvPr>
          <p:cNvCxnSpPr>
            <a:cxnSpLocks/>
            <a:stCxn id="39" idx="6"/>
            <a:endCxn id="10" idx="1"/>
          </p:cNvCxnSpPr>
          <p:nvPr/>
        </p:nvCxnSpPr>
        <p:spPr>
          <a:xfrm>
            <a:off x="4926539" y="2646775"/>
            <a:ext cx="410228" cy="3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Conector de Seta Reta 43">
            <a:extLst>
              <a:ext uri="{FF2B5EF4-FFF2-40B4-BE49-F238E27FC236}">
                <a16:creationId xmlns:a16="http://schemas.microsoft.com/office/drawing/2014/main" id="{0D3CE9AE-A286-498F-B304-E56C460CF01D}"/>
              </a:ext>
            </a:extLst>
          </p:cNvPr>
          <p:cNvCxnSpPr>
            <a:cxnSpLocks/>
            <a:stCxn id="23" idx="6"/>
            <a:endCxn id="39" idx="2"/>
          </p:cNvCxnSpPr>
          <p:nvPr/>
        </p:nvCxnSpPr>
        <p:spPr>
          <a:xfrm>
            <a:off x="4584017" y="2474418"/>
            <a:ext cx="296803" cy="172357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ector de Seta Reta 45">
            <a:extLst>
              <a:ext uri="{FF2B5EF4-FFF2-40B4-BE49-F238E27FC236}">
                <a16:creationId xmlns:a16="http://schemas.microsoft.com/office/drawing/2014/main" id="{F3191A6A-09D9-43D0-8F77-C5F18D312E97}"/>
              </a:ext>
            </a:extLst>
          </p:cNvPr>
          <p:cNvCxnSpPr>
            <a:cxnSpLocks/>
            <a:stCxn id="37" idx="6"/>
            <a:endCxn id="39" idx="2"/>
          </p:cNvCxnSpPr>
          <p:nvPr/>
        </p:nvCxnSpPr>
        <p:spPr>
          <a:xfrm flipV="1">
            <a:off x="4589897" y="2646775"/>
            <a:ext cx="290923" cy="169502"/>
          </a:xfrm>
          <a:prstGeom prst="straightConnector1">
            <a:avLst/>
          </a:prstGeom>
          <a:ln w="6350">
            <a:prstDash val="lgDash"/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2615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Fluxograma: Processo 3">
                <a:extLst>
                  <a:ext uri="{FF2B5EF4-FFF2-40B4-BE49-F238E27FC236}">
                    <a16:creationId xmlns:a16="http://schemas.microsoft.com/office/drawing/2014/main" id="{9EBAE7F4-AEF4-470C-9DF9-BB7ED89DE7C1}"/>
                  </a:ext>
                </a:extLst>
              </p:cNvPr>
              <p:cNvSpPr/>
              <p:nvPr/>
            </p:nvSpPr>
            <p:spPr>
              <a:xfrm>
                <a:off x="3303308" y="2821625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" name="Fluxograma: Processo 3">
                <a:extLst>
                  <a:ext uri="{FF2B5EF4-FFF2-40B4-BE49-F238E27FC236}">
                    <a16:creationId xmlns:a16="http://schemas.microsoft.com/office/drawing/2014/main" id="{9EBAE7F4-AEF4-470C-9DF9-BB7ED89DE7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308" y="2821625"/>
                <a:ext cx="720000" cy="540000"/>
              </a:xfrm>
              <a:prstGeom prst="flowChartProcess">
                <a:avLst/>
              </a:prstGeom>
              <a:blipFill>
                <a:blip r:embed="rId2"/>
                <a:stretch>
                  <a:fillRect l="-62500" t="-127778" r="-75000" b="-193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Fluxograma: Processo 4">
                <a:extLst>
                  <a:ext uri="{FF2B5EF4-FFF2-40B4-BE49-F238E27FC236}">
                    <a16:creationId xmlns:a16="http://schemas.microsoft.com/office/drawing/2014/main" id="{AB74129B-55AE-4616-801F-32B876AF7660}"/>
                  </a:ext>
                </a:extLst>
              </p:cNvPr>
              <p:cNvSpPr/>
              <p:nvPr/>
            </p:nvSpPr>
            <p:spPr>
              <a:xfrm>
                <a:off x="3303308" y="3552700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f>
                        <m:fPr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" name="Fluxograma: Processo 4">
                <a:extLst>
                  <a:ext uri="{FF2B5EF4-FFF2-40B4-BE49-F238E27FC236}">
                    <a16:creationId xmlns:a16="http://schemas.microsoft.com/office/drawing/2014/main" id="{AB74129B-55AE-4616-801F-32B876AF76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308" y="3552700"/>
                <a:ext cx="720000" cy="540000"/>
              </a:xfrm>
              <a:prstGeom prst="flowChartProcess">
                <a:avLst/>
              </a:prstGeom>
              <a:blipFill>
                <a:blip r:embed="rId3"/>
                <a:stretch>
                  <a:fillRect l="-3333" r="-8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luxograma: Conector 5">
            <a:extLst>
              <a:ext uri="{FF2B5EF4-FFF2-40B4-BE49-F238E27FC236}">
                <a16:creationId xmlns:a16="http://schemas.microsoft.com/office/drawing/2014/main" id="{D71D1F64-A979-4548-9F47-985CE33D0E9E}"/>
              </a:ext>
            </a:extLst>
          </p:cNvPr>
          <p:cNvSpPr/>
          <p:nvPr/>
        </p:nvSpPr>
        <p:spPr>
          <a:xfrm>
            <a:off x="2261069" y="2958275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Fluxograma: Processo 6">
                <a:extLst>
                  <a:ext uri="{FF2B5EF4-FFF2-40B4-BE49-F238E27FC236}">
                    <a16:creationId xmlns:a16="http://schemas.microsoft.com/office/drawing/2014/main" id="{6D317DF2-FBBA-4CF1-906E-F2BBCC9FB443}"/>
                  </a:ext>
                </a:extLst>
              </p:cNvPr>
              <p:cNvSpPr/>
              <p:nvPr/>
            </p:nvSpPr>
            <p:spPr>
              <a:xfrm>
                <a:off x="3303308" y="2093422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i="1" dirty="0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7" name="Fluxograma: Processo 6">
                <a:extLst>
                  <a:ext uri="{FF2B5EF4-FFF2-40B4-BE49-F238E27FC236}">
                    <a16:creationId xmlns:a16="http://schemas.microsoft.com/office/drawing/2014/main" id="{6D317DF2-FBBA-4CF1-906E-F2BBCC9FB4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308" y="2093422"/>
                <a:ext cx="720000" cy="540000"/>
              </a:xfrm>
              <a:prstGeom prst="flowChartProcess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Fluxograma: Processo 7">
                <a:extLst>
                  <a:ext uri="{FF2B5EF4-FFF2-40B4-BE49-F238E27FC236}">
                    <a16:creationId xmlns:a16="http://schemas.microsoft.com/office/drawing/2014/main" id="{888A7C30-9C69-4799-AFCC-4AF14E3C916F}"/>
                  </a:ext>
                </a:extLst>
              </p:cNvPr>
              <p:cNvSpPr/>
              <p:nvPr/>
            </p:nvSpPr>
            <p:spPr>
              <a:xfrm>
                <a:off x="5416072" y="2821625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i="1" dirty="0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8" name="Fluxograma: Processo 7">
                <a:extLst>
                  <a:ext uri="{FF2B5EF4-FFF2-40B4-BE49-F238E27FC236}">
                    <a16:creationId xmlns:a16="http://schemas.microsoft.com/office/drawing/2014/main" id="{888A7C30-9C69-4799-AFCC-4AF14E3C91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6072" y="2821625"/>
                <a:ext cx="720000" cy="540000"/>
              </a:xfrm>
              <a:prstGeom prst="flowChartProcess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luxograma: Conector 8">
            <a:extLst>
              <a:ext uri="{FF2B5EF4-FFF2-40B4-BE49-F238E27FC236}">
                <a16:creationId xmlns:a16="http://schemas.microsoft.com/office/drawing/2014/main" id="{AE3C29D7-6736-4A6F-9FBC-10312D809BA1}"/>
              </a:ext>
            </a:extLst>
          </p:cNvPr>
          <p:cNvSpPr/>
          <p:nvPr/>
        </p:nvSpPr>
        <p:spPr>
          <a:xfrm>
            <a:off x="6689830" y="2958275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" name="Fluxograma: Processo 9">
            <a:extLst>
              <a:ext uri="{FF2B5EF4-FFF2-40B4-BE49-F238E27FC236}">
                <a16:creationId xmlns:a16="http://schemas.microsoft.com/office/drawing/2014/main" id="{F5FEBA4E-4BE4-44E4-8C67-70D3CB0C9C3F}"/>
              </a:ext>
            </a:extLst>
          </p:cNvPr>
          <p:cNvSpPr/>
          <p:nvPr/>
        </p:nvSpPr>
        <p:spPr>
          <a:xfrm>
            <a:off x="7510288" y="2821625"/>
            <a:ext cx="720000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100" dirty="0">
                <a:ea typeface="Cambria Math" panose="02040503050406030204" pitchFamily="18" charset="0"/>
              </a:rPr>
              <a:t>Atuador</a:t>
            </a:r>
          </a:p>
          <a:p>
            <a:pPr algn="ctr"/>
            <a:r>
              <a:rPr lang="pt-BR" sz="1100" dirty="0">
                <a:ea typeface="Cambria Math" panose="02040503050406030204" pitchFamily="18" charset="0"/>
              </a:rPr>
              <a:t>Processo</a:t>
            </a:r>
          </a:p>
        </p:txBody>
      </p:sp>
      <p:sp>
        <p:nvSpPr>
          <p:cNvPr id="11" name="Fluxograma: Conector 10">
            <a:extLst>
              <a:ext uri="{FF2B5EF4-FFF2-40B4-BE49-F238E27FC236}">
                <a16:creationId xmlns:a16="http://schemas.microsoft.com/office/drawing/2014/main" id="{115B249D-DB5C-4CDC-BE16-2B1DA3499AB5}"/>
              </a:ext>
            </a:extLst>
          </p:cNvPr>
          <p:cNvSpPr/>
          <p:nvPr/>
        </p:nvSpPr>
        <p:spPr>
          <a:xfrm>
            <a:off x="8323017" y="4220295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AA709A41-56EC-4327-AE71-2C59BFADF2C5}"/>
              </a:ext>
            </a:extLst>
          </p:cNvPr>
          <p:cNvCxnSpPr>
            <a:cxnSpLocks/>
          </p:cNvCxnSpPr>
          <p:nvPr/>
        </p:nvCxnSpPr>
        <p:spPr>
          <a:xfrm flipV="1">
            <a:off x="2527769" y="3090832"/>
            <a:ext cx="775539" cy="15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F8F2C6EA-A79D-4368-9525-FB7421F54CC9}"/>
              </a:ext>
            </a:extLst>
          </p:cNvPr>
          <p:cNvCxnSpPr>
            <a:cxnSpLocks/>
          </p:cNvCxnSpPr>
          <p:nvPr/>
        </p:nvCxnSpPr>
        <p:spPr>
          <a:xfrm flipV="1">
            <a:off x="1697132" y="3091625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40F951C3-501F-4B4C-843D-FF57FC7EC718}"/>
              </a:ext>
            </a:extLst>
          </p:cNvPr>
          <p:cNvCxnSpPr>
            <a:cxnSpLocks/>
          </p:cNvCxnSpPr>
          <p:nvPr/>
        </p:nvCxnSpPr>
        <p:spPr>
          <a:xfrm flipV="1">
            <a:off x="6136072" y="3091625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Conector de Seta Reta 18">
            <a:extLst>
              <a:ext uri="{FF2B5EF4-FFF2-40B4-BE49-F238E27FC236}">
                <a16:creationId xmlns:a16="http://schemas.microsoft.com/office/drawing/2014/main" id="{EC12AA10-49B0-4577-B44E-182C874ADDB4}"/>
              </a:ext>
            </a:extLst>
          </p:cNvPr>
          <p:cNvCxnSpPr>
            <a:cxnSpLocks/>
          </p:cNvCxnSpPr>
          <p:nvPr/>
        </p:nvCxnSpPr>
        <p:spPr>
          <a:xfrm flipV="1">
            <a:off x="6956530" y="3091625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B0658EEB-8780-4A63-9B14-71C640477836}"/>
              </a:ext>
            </a:extLst>
          </p:cNvPr>
          <p:cNvCxnSpPr>
            <a:cxnSpLocks/>
          </p:cNvCxnSpPr>
          <p:nvPr/>
        </p:nvCxnSpPr>
        <p:spPr>
          <a:xfrm flipV="1">
            <a:off x="8230288" y="3091625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17CE3991-460F-4347-A72C-FFE561BBD2F6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8456367" y="3086403"/>
            <a:ext cx="0" cy="11338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Conector de Seta Reta 26">
            <a:extLst>
              <a:ext uri="{FF2B5EF4-FFF2-40B4-BE49-F238E27FC236}">
                <a16:creationId xmlns:a16="http://schemas.microsoft.com/office/drawing/2014/main" id="{E2536BCE-FEAA-40BF-A399-011499767996}"/>
              </a:ext>
            </a:extLst>
          </p:cNvPr>
          <p:cNvCxnSpPr>
            <a:cxnSpLocks/>
            <a:endCxn id="5" idx="1"/>
          </p:cNvCxnSpPr>
          <p:nvPr/>
        </p:nvCxnSpPr>
        <p:spPr>
          <a:xfrm rot="16200000" flipH="1">
            <a:off x="2767837" y="3287228"/>
            <a:ext cx="732815" cy="33812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Conector de Seta Reta 26">
            <a:extLst>
              <a:ext uri="{FF2B5EF4-FFF2-40B4-BE49-F238E27FC236}">
                <a16:creationId xmlns:a16="http://schemas.microsoft.com/office/drawing/2014/main" id="{B98C683F-8279-4C2B-AD9C-F5EEC7B75CFF}"/>
              </a:ext>
            </a:extLst>
          </p:cNvPr>
          <p:cNvCxnSpPr>
            <a:cxnSpLocks/>
            <a:endCxn id="7" idx="1"/>
          </p:cNvCxnSpPr>
          <p:nvPr/>
        </p:nvCxnSpPr>
        <p:spPr>
          <a:xfrm rot="5400000" flipH="1" flipV="1">
            <a:off x="2767742" y="2561132"/>
            <a:ext cx="733276" cy="33785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Fluxograma: Conector 33">
            <a:extLst>
              <a:ext uri="{FF2B5EF4-FFF2-40B4-BE49-F238E27FC236}">
                <a16:creationId xmlns:a16="http://schemas.microsoft.com/office/drawing/2014/main" id="{9EAD05B5-E367-48D9-AD06-4D0622C5F7CD}"/>
              </a:ext>
            </a:extLst>
          </p:cNvPr>
          <p:cNvSpPr/>
          <p:nvPr/>
        </p:nvSpPr>
        <p:spPr>
          <a:xfrm>
            <a:off x="4595614" y="2958275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5104C636-4EAB-41E8-B782-5E251991FAFD}"/>
              </a:ext>
            </a:extLst>
          </p:cNvPr>
          <p:cNvCxnSpPr>
            <a:cxnSpLocks/>
          </p:cNvCxnSpPr>
          <p:nvPr/>
        </p:nvCxnSpPr>
        <p:spPr>
          <a:xfrm flipV="1">
            <a:off x="4031677" y="3091625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7" name="Conector de Seta Reta 36">
            <a:extLst>
              <a:ext uri="{FF2B5EF4-FFF2-40B4-BE49-F238E27FC236}">
                <a16:creationId xmlns:a16="http://schemas.microsoft.com/office/drawing/2014/main" id="{E80A1742-BE39-45D5-B4E4-9EC896FFA65E}"/>
              </a:ext>
            </a:extLst>
          </p:cNvPr>
          <p:cNvCxnSpPr>
            <a:cxnSpLocks/>
          </p:cNvCxnSpPr>
          <p:nvPr/>
        </p:nvCxnSpPr>
        <p:spPr>
          <a:xfrm flipV="1">
            <a:off x="4862314" y="3091625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Conector: Angulado 41">
            <a:extLst>
              <a:ext uri="{FF2B5EF4-FFF2-40B4-BE49-F238E27FC236}">
                <a16:creationId xmlns:a16="http://schemas.microsoft.com/office/drawing/2014/main" id="{EE946F8C-0F5F-4CD7-B827-AF3793FFBC80}"/>
              </a:ext>
            </a:extLst>
          </p:cNvPr>
          <p:cNvCxnSpPr>
            <a:stCxn id="11" idx="2"/>
            <a:endCxn id="6" idx="4"/>
          </p:cNvCxnSpPr>
          <p:nvPr/>
        </p:nvCxnSpPr>
        <p:spPr>
          <a:xfrm rot="10800000">
            <a:off x="2394419" y="3224975"/>
            <a:ext cx="5928598" cy="112867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Conector: Angulado 43">
            <a:extLst>
              <a:ext uri="{FF2B5EF4-FFF2-40B4-BE49-F238E27FC236}">
                <a16:creationId xmlns:a16="http://schemas.microsoft.com/office/drawing/2014/main" id="{15B14A29-3231-4F22-BB80-CE57D574D073}"/>
              </a:ext>
            </a:extLst>
          </p:cNvPr>
          <p:cNvCxnSpPr>
            <a:stCxn id="7" idx="3"/>
            <a:endCxn id="34" idx="0"/>
          </p:cNvCxnSpPr>
          <p:nvPr/>
        </p:nvCxnSpPr>
        <p:spPr>
          <a:xfrm>
            <a:off x="4023308" y="2363422"/>
            <a:ext cx="705656" cy="59485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ector: Angulado 45">
            <a:extLst>
              <a:ext uri="{FF2B5EF4-FFF2-40B4-BE49-F238E27FC236}">
                <a16:creationId xmlns:a16="http://schemas.microsoft.com/office/drawing/2014/main" id="{1DB45FCC-862B-456D-9C43-0A42D0AE75A9}"/>
              </a:ext>
            </a:extLst>
          </p:cNvPr>
          <p:cNvCxnSpPr>
            <a:stCxn id="5" idx="3"/>
            <a:endCxn id="34" idx="4"/>
          </p:cNvCxnSpPr>
          <p:nvPr/>
        </p:nvCxnSpPr>
        <p:spPr>
          <a:xfrm flipV="1">
            <a:off x="4023308" y="3224975"/>
            <a:ext cx="705656" cy="5977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60E5A82B-631F-4200-AF37-85B86FB305DA}"/>
                  </a:ext>
                </a:extLst>
              </p:cNvPr>
              <p:cNvSpPr txBox="1"/>
              <p:nvPr/>
            </p:nvSpPr>
            <p:spPr>
              <a:xfrm>
                <a:off x="1555413" y="2828174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𝑠𝑝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60E5A82B-631F-4200-AF37-85B86FB30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413" y="2828174"/>
                <a:ext cx="553758" cy="276999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aixaDeTexto 47">
                <a:extLst>
                  <a:ext uri="{FF2B5EF4-FFF2-40B4-BE49-F238E27FC236}">
                    <a16:creationId xmlns:a16="http://schemas.microsoft.com/office/drawing/2014/main" id="{38369D91-0BE2-44D0-A690-880BCC5D782A}"/>
                  </a:ext>
                </a:extLst>
              </p:cNvPr>
              <p:cNvSpPr txBox="1"/>
              <p:nvPr/>
            </p:nvSpPr>
            <p:spPr>
              <a:xfrm>
                <a:off x="1881973" y="3321121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8" name="CaixaDeTexto 47">
                <a:extLst>
                  <a:ext uri="{FF2B5EF4-FFF2-40B4-BE49-F238E27FC236}">
                    <a16:creationId xmlns:a16="http://schemas.microsoft.com/office/drawing/2014/main" id="{38369D91-0BE2-44D0-A690-880BCC5D78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973" y="3321121"/>
                <a:ext cx="553758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Conector de Seta Reta 48">
            <a:extLst>
              <a:ext uri="{FF2B5EF4-FFF2-40B4-BE49-F238E27FC236}">
                <a16:creationId xmlns:a16="http://schemas.microsoft.com/office/drawing/2014/main" id="{C4A04353-2FCC-4163-8BD5-994FA3C84F93}"/>
              </a:ext>
            </a:extLst>
          </p:cNvPr>
          <p:cNvCxnSpPr>
            <a:cxnSpLocks/>
          </p:cNvCxnSpPr>
          <p:nvPr/>
        </p:nvCxnSpPr>
        <p:spPr>
          <a:xfrm rot="5400000" flipV="1">
            <a:off x="6546301" y="2679655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8C018945-AE4E-48FA-AE09-2A16BECBF5C1}"/>
                  </a:ext>
                </a:extLst>
              </p:cNvPr>
              <p:cNvSpPr txBox="1"/>
              <p:nvPr/>
            </p:nvSpPr>
            <p:spPr>
              <a:xfrm>
                <a:off x="6159595" y="2809404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8C018945-AE4E-48FA-AE09-2A16BECBF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59595" y="2809404"/>
                <a:ext cx="553758" cy="276999"/>
              </a:xfrm>
              <a:prstGeom prst="rect">
                <a:avLst/>
              </a:prstGeom>
              <a:blipFill>
                <a:blip r:embed="rId8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CaixaDeTexto 50">
                <a:extLst>
                  <a:ext uri="{FF2B5EF4-FFF2-40B4-BE49-F238E27FC236}">
                    <a16:creationId xmlns:a16="http://schemas.microsoft.com/office/drawing/2014/main" id="{4E7F717B-51FF-404A-818E-B039B96641A0}"/>
                  </a:ext>
                </a:extLst>
              </p:cNvPr>
              <p:cNvSpPr txBox="1"/>
              <p:nvPr/>
            </p:nvSpPr>
            <p:spPr>
              <a:xfrm>
                <a:off x="6713353" y="2320341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1" name="CaixaDeTexto 50">
                <a:extLst>
                  <a:ext uri="{FF2B5EF4-FFF2-40B4-BE49-F238E27FC236}">
                    <a16:creationId xmlns:a16="http://schemas.microsoft.com/office/drawing/2014/main" id="{4E7F717B-51FF-404A-818E-B039B96641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3353" y="2320341"/>
                <a:ext cx="553758" cy="276999"/>
              </a:xfrm>
              <a:prstGeom prst="rect">
                <a:avLst/>
              </a:prstGeom>
              <a:blipFill>
                <a:blip r:embed="rId9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/>
              <p:nvPr/>
            </p:nvSpPr>
            <p:spPr>
              <a:xfrm>
                <a:off x="8640516" y="2806098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𝑝𝑣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40516" y="2806098"/>
                <a:ext cx="553758" cy="276999"/>
              </a:xfrm>
              <a:prstGeom prst="rect">
                <a:avLst/>
              </a:prstGeom>
              <a:blipFill>
                <a:blip r:embed="rId10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Conector de Seta Reta 52">
            <a:extLst>
              <a:ext uri="{FF2B5EF4-FFF2-40B4-BE49-F238E27FC236}">
                <a16:creationId xmlns:a16="http://schemas.microsoft.com/office/drawing/2014/main" id="{81561BEE-B645-4BA9-B095-1EACD9D1388D}"/>
              </a:ext>
            </a:extLst>
          </p:cNvPr>
          <p:cNvCxnSpPr>
            <a:cxnSpLocks/>
          </p:cNvCxnSpPr>
          <p:nvPr/>
        </p:nvCxnSpPr>
        <p:spPr>
          <a:xfrm flipH="1" flipV="1">
            <a:off x="8589717" y="4353645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CaixaDeTexto 53">
                <a:extLst>
                  <a:ext uri="{FF2B5EF4-FFF2-40B4-BE49-F238E27FC236}">
                    <a16:creationId xmlns:a16="http://schemas.microsoft.com/office/drawing/2014/main" id="{947B1036-96F1-42E4-87D6-9C0CCE3C2F4C}"/>
                  </a:ext>
                </a:extLst>
              </p:cNvPr>
              <p:cNvSpPr txBox="1"/>
              <p:nvPr/>
            </p:nvSpPr>
            <p:spPr>
              <a:xfrm>
                <a:off x="8723066" y="4076646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4" name="CaixaDeTexto 53">
                <a:extLst>
                  <a:ext uri="{FF2B5EF4-FFF2-40B4-BE49-F238E27FC236}">
                    <a16:creationId xmlns:a16="http://schemas.microsoft.com/office/drawing/2014/main" id="{947B1036-96F1-42E4-87D6-9C0CCE3C2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3066" y="4076646"/>
                <a:ext cx="553758" cy="276999"/>
              </a:xfrm>
              <a:prstGeom prst="rect">
                <a:avLst/>
              </a:prstGeom>
              <a:blipFill>
                <a:blip r:embed="rId11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/>
              <p:nvPr/>
            </p:nvSpPr>
            <p:spPr>
              <a:xfrm>
                <a:off x="2482908" y="283228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2908" y="2832289"/>
                <a:ext cx="553758" cy="276999"/>
              </a:xfrm>
              <a:prstGeom prst="rect">
                <a:avLst/>
              </a:prstGeom>
              <a:blipFill>
                <a:blip r:embed="rId12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CaixaDeTexto 57">
            <a:extLst>
              <a:ext uri="{FF2B5EF4-FFF2-40B4-BE49-F238E27FC236}">
                <a16:creationId xmlns:a16="http://schemas.microsoft.com/office/drawing/2014/main" id="{5F2FB6D9-98FB-48A1-80DE-BDE6A04F07B0}"/>
              </a:ext>
            </a:extLst>
          </p:cNvPr>
          <p:cNvSpPr txBox="1"/>
          <p:nvPr/>
        </p:nvSpPr>
        <p:spPr>
          <a:xfrm>
            <a:off x="2132613" y="3119632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36798011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Fluxograma: Processo 3">
                <a:extLst>
                  <a:ext uri="{FF2B5EF4-FFF2-40B4-BE49-F238E27FC236}">
                    <a16:creationId xmlns:a16="http://schemas.microsoft.com/office/drawing/2014/main" id="{9EBAE7F4-AEF4-470C-9DF9-BB7ED89DE7C1}"/>
                  </a:ext>
                </a:extLst>
              </p:cNvPr>
              <p:cNvSpPr/>
              <p:nvPr/>
            </p:nvSpPr>
            <p:spPr>
              <a:xfrm>
                <a:off x="3303308" y="2821625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" name="Fluxograma: Processo 3">
                <a:extLst>
                  <a:ext uri="{FF2B5EF4-FFF2-40B4-BE49-F238E27FC236}">
                    <a16:creationId xmlns:a16="http://schemas.microsoft.com/office/drawing/2014/main" id="{9EBAE7F4-AEF4-470C-9DF9-BB7ED89DE7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308" y="2821625"/>
                <a:ext cx="720000" cy="540000"/>
              </a:xfrm>
              <a:prstGeom prst="flowChartProcess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Fluxograma: Processo 4">
                <a:extLst>
                  <a:ext uri="{FF2B5EF4-FFF2-40B4-BE49-F238E27FC236}">
                    <a16:creationId xmlns:a16="http://schemas.microsoft.com/office/drawing/2014/main" id="{AB74129B-55AE-4616-801F-32B876AF7660}"/>
                  </a:ext>
                </a:extLst>
              </p:cNvPr>
              <p:cNvSpPr/>
              <p:nvPr/>
            </p:nvSpPr>
            <p:spPr>
              <a:xfrm>
                <a:off x="3303308" y="3552700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" name="Fluxograma: Processo 4">
                <a:extLst>
                  <a:ext uri="{FF2B5EF4-FFF2-40B4-BE49-F238E27FC236}">
                    <a16:creationId xmlns:a16="http://schemas.microsoft.com/office/drawing/2014/main" id="{AB74129B-55AE-4616-801F-32B876AF76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308" y="3552700"/>
                <a:ext cx="720000" cy="540000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luxograma: Conector 5">
            <a:extLst>
              <a:ext uri="{FF2B5EF4-FFF2-40B4-BE49-F238E27FC236}">
                <a16:creationId xmlns:a16="http://schemas.microsoft.com/office/drawing/2014/main" id="{D71D1F64-A979-4548-9F47-985CE33D0E9E}"/>
              </a:ext>
            </a:extLst>
          </p:cNvPr>
          <p:cNvSpPr/>
          <p:nvPr/>
        </p:nvSpPr>
        <p:spPr>
          <a:xfrm>
            <a:off x="2261069" y="2958275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Fluxograma: Processo 6">
                <a:extLst>
                  <a:ext uri="{FF2B5EF4-FFF2-40B4-BE49-F238E27FC236}">
                    <a16:creationId xmlns:a16="http://schemas.microsoft.com/office/drawing/2014/main" id="{6D317DF2-FBBA-4CF1-906E-F2BBCC9FB443}"/>
                  </a:ext>
                </a:extLst>
              </p:cNvPr>
              <p:cNvSpPr/>
              <p:nvPr/>
            </p:nvSpPr>
            <p:spPr>
              <a:xfrm>
                <a:off x="3303308" y="2093422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7" name="Fluxograma: Processo 6">
                <a:extLst>
                  <a:ext uri="{FF2B5EF4-FFF2-40B4-BE49-F238E27FC236}">
                    <a16:creationId xmlns:a16="http://schemas.microsoft.com/office/drawing/2014/main" id="{6D317DF2-FBBA-4CF1-906E-F2BBCC9FB4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308" y="2093422"/>
                <a:ext cx="720000" cy="540000"/>
              </a:xfrm>
              <a:prstGeom prst="flowChartProcess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Fluxograma: Conector 8">
            <a:extLst>
              <a:ext uri="{FF2B5EF4-FFF2-40B4-BE49-F238E27FC236}">
                <a16:creationId xmlns:a16="http://schemas.microsoft.com/office/drawing/2014/main" id="{AE3C29D7-6736-4A6F-9FBC-10312D809BA1}"/>
              </a:ext>
            </a:extLst>
          </p:cNvPr>
          <p:cNvSpPr/>
          <p:nvPr/>
        </p:nvSpPr>
        <p:spPr>
          <a:xfrm>
            <a:off x="5411097" y="2961756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10" name="Fluxograma: Processo 9">
            <a:extLst>
              <a:ext uri="{FF2B5EF4-FFF2-40B4-BE49-F238E27FC236}">
                <a16:creationId xmlns:a16="http://schemas.microsoft.com/office/drawing/2014/main" id="{F5FEBA4E-4BE4-44E4-8C67-70D3CB0C9C3F}"/>
              </a:ext>
            </a:extLst>
          </p:cNvPr>
          <p:cNvSpPr/>
          <p:nvPr/>
        </p:nvSpPr>
        <p:spPr>
          <a:xfrm>
            <a:off x="6231555" y="2825106"/>
            <a:ext cx="720000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100" dirty="0">
                <a:ea typeface="Cambria Math" panose="02040503050406030204" pitchFamily="18" charset="0"/>
              </a:rPr>
              <a:t>Atuador</a:t>
            </a:r>
          </a:p>
          <a:p>
            <a:pPr algn="ctr"/>
            <a:r>
              <a:rPr lang="pt-BR" sz="1100" dirty="0">
                <a:ea typeface="Cambria Math" panose="02040503050406030204" pitchFamily="18" charset="0"/>
              </a:rPr>
              <a:t>Processo</a:t>
            </a:r>
          </a:p>
        </p:txBody>
      </p:sp>
      <p:sp>
        <p:nvSpPr>
          <p:cNvPr id="11" name="Fluxograma: Conector 10">
            <a:extLst>
              <a:ext uri="{FF2B5EF4-FFF2-40B4-BE49-F238E27FC236}">
                <a16:creationId xmlns:a16="http://schemas.microsoft.com/office/drawing/2014/main" id="{115B249D-DB5C-4CDC-BE16-2B1DA3499AB5}"/>
              </a:ext>
            </a:extLst>
          </p:cNvPr>
          <p:cNvSpPr/>
          <p:nvPr/>
        </p:nvSpPr>
        <p:spPr>
          <a:xfrm>
            <a:off x="7044284" y="4223776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AA709A41-56EC-4327-AE71-2C59BFADF2C5}"/>
              </a:ext>
            </a:extLst>
          </p:cNvPr>
          <p:cNvCxnSpPr>
            <a:cxnSpLocks/>
          </p:cNvCxnSpPr>
          <p:nvPr/>
        </p:nvCxnSpPr>
        <p:spPr>
          <a:xfrm flipV="1">
            <a:off x="2527769" y="3090832"/>
            <a:ext cx="775539" cy="15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F8F2C6EA-A79D-4368-9525-FB7421F54CC9}"/>
              </a:ext>
            </a:extLst>
          </p:cNvPr>
          <p:cNvCxnSpPr>
            <a:cxnSpLocks/>
          </p:cNvCxnSpPr>
          <p:nvPr/>
        </p:nvCxnSpPr>
        <p:spPr>
          <a:xfrm flipV="1">
            <a:off x="1697132" y="3091625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40F951C3-501F-4B4C-843D-FF57FC7EC718}"/>
              </a:ext>
            </a:extLst>
          </p:cNvPr>
          <p:cNvCxnSpPr>
            <a:cxnSpLocks/>
          </p:cNvCxnSpPr>
          <p:nvPr/>
        </p:nvCxnSpPr>
        <p:spPr>
          <a:xfrm flipV="1">
            <a:off x="4857339" y="3095106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Conector de Seta Reta 18">
            <a:extLst>
              <a:ext uri="{FF2B5EF4-FFF2-40B4-BE49-F238E27FC236}">
                <a16:creationId xmlns:a16="http://schemas.microsoft.com/office/drawing/2014/main" id="{EC12AA10-49B0-4577-B44E-182C874ADDB4}"/>
              </a:ext>
            </a:extLst>
          </p:cNvPr>
          <p:cNvCxnSpPr>
            <a:cxnSpLocks/>
          </p:cNvCxnSpPr>
          <p:nvPr/>
        </p:nvCxnSpPr>
        <p:spPr>
          <a:xfrm flipV="1">
            <a:off x="5677797" y="3095106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B0658EEB-8780-4A63-9B14-71C640477836}"/>
              </a:ext>
            </a:extLst>
          </p:cNvPr>
          <p:cNvCxnSpPr>
            <a:cxnSpLocks/>
          </p:cNvCxnSpPr>
          <p:nvPr/>
        </p:nvCxnSpPr>
        <p:spPr>
          <a:xfrm flipV="1">
            <a:off x="6951555" y="3095106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17CE3991-460F-4347-A72C-FFE561BBD2F6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7177634" y="3089884"/>
            <a:ext cx="0" cy="11338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Conector de Seta Reta 26">
            <a:extLst>
              <a:ext uri="{FF2B5EF4-FFF2-40B4-BE49-F238E27FC236}">
                <a16:creationId xmlns:a16="http://schemas.microsoft.com/office/drawing/2014/main" id="{E2536BCE-FEAA-40BF-A399-011499767996}"/>
              </a:ext>
            </a:extLst>
          </p:cNvPr>
          <p:cNvCxnSpPr>
            <a:cxnSpLocks/>
            <a:endCxn id="5" idx="1"/>
          </p:cNvCxnSpPr>
          <p:nvPr/>
        </p:nvCxnSpPr>
        <p:spPr>
          <a:xfrm rot="16200000" flipH="1">
            <a:off x="2767837" y="3287228"/>
            <a:ext cx="732815" cy="33812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Conector de Seta Reta 26">
            <a:extLst>
              <a:ext uri="{FF2B5EF4-FFF2-40B4-BE49-F238E27FC236}">
                <a16:creationId xmlns:a16="http://schemas.microsoft.com/office/drawing/2014/main" id="{B98C683F-8279-4C2B-AD9C-F5EEC7B75CFF}"/>
              </a:ext>
            </a:extLst>
          </p:cNvPr>
          <p:cNvCxnSpPr>
            <a:cxnSpLocks/>
            <a:endCxn id="7" idx="1"/>
          </p:cNvCxnSpPr>
          <p:nvPr/>
        </p:nvCxnSpPr>
        <p:spPr>
          <a:xfrm rot="5400000" flipH="1" flipV="1">
            <a:off x="2767742" y="2561132"/>
            <a:ext cx="733276" cy="33785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Fluxograma: Conector 33">
            <a:extLst>
              <a:ext uri="{FF2B5EF4-FFF2-40B4-BE49-F238E27FC236}">
                <a16:creationId xmlns:a16="http://schemas.microsoft.com/office/drawing/2014/main" id="{9EAD05B5-E367-48D9-AD06-4D0622C5F7CD}"/>
              </a:ext>
            </a:extLst>
          </p:cNvPr>
          <p:cNvSpPr/>
          <p:nvPr/>
        </p:nvSpPr>
        <p:spPr>
          <a:xfrm>
            <a:off x="4595614" y="2958275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5104C636-4EAB-41E8-B782-5E251991FAFD}"/>
              </a:ext>
            </a:extLst>
          </p:cNvPr>
          <p:cNvCxnSpPr>
            <a:cxnSpLocks/>
          </p:cNvCxnSpPr>
          <p:nvPr/>
        </p:nvCxnSpPr>
        <p:spPr>
          <a:xfrm flipV="1">
            <a:off x="4031677" y="3091625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Conector: Angulado 41">
            <a:extLst>
              <a:ext uri="{FF2B5EF4-FFF2-40B4-BE49-F238E27FC236}">
                <a16:creationId xmlns:a16="http://schemas.microsoft.com/office/drawing/2014/main" id="{EE946F8C-0F5F-4CD7-B827-AF3793FFBC80}"/>
              </a:ext>
            </a:extLst>
          </p:cNvPr>
          <p:cNvCxnSpPr>
            <a:stCxn id="11" idx="2"/>
            <a:endCxn id="6" idx="4"/>
          </p:cNvCxnSpPr>
          <p:nvPr/>
        </p:nvCxnSpPr>
        <p:spPr>
          <a:xfrm rot="10800000">
            <a:off x="2394420" y="3224976"/>
            <a:ext cx="4649865" cy="1132151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Conector: Angulado 43">
            <a:extLst>
              <a:ext uri="{FF2B5EF4-FFF2-40B4-BE49-F238E27FC236}">
                <a16:creationId xmlns:a16="http://schemas.microsoft.com/office/drawing/2014/main" id="{15B14A29-3231-4F22-BB80-CE57D574D073}"/>
              </a:ext>
            </a:extLst>
          </p:cNvPr>
          <p:cNvCxnSpPr>
            <a:stCxn id="7" idx="3"/>
            <a:endCxn id="34" idx="0"/>
          </p:cNvCxnSpPr>
          <p:nvPr/>
        </p:nvCxnSpPr>
        <p:spPr>
          <a:xfrm>
            <a:off x="4023308" y="2363422"/>
            <a:ext cx="705656" cy="59485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ector: Angulado 45">
            <a:extLst>
              <a:ext uri="{FF2B5EF4-FFF2-40B4-BE49-F238E27FC236}">
                <a16:creationId xmlns:a16="http://schemas.microsoft.com/office/drawing/2014/main" id="{1DB45FCC-862B-456D-9C43-0A42D0AE75A9}"/>
              </a:ext>
            </a:extLst>
          </p:cNvPr>
          <p:cNvCxnSpPr>
            <a:stCxn id="5" idx="3"/>
            <a:endCxn id="34" idx="4"/>
          </p:cNvCxnSpPr>
          <p:nvPr/>
        </p:nvCxnSpPr>
        <p:spPr>
          <a:xfrm flipV="1">
            <a:off x="4023308" y="3224975"/>
            <a:ext cx="705656" cy="5977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60E5A82B-631F-4200-AF37-85B86FB305DA}"/>
                  </a:ext>
                </a:extLst>
              </p:cNvPr>
              <p:cNvSpPr txBox="1"/>
              <p:nvPr/>
            </p:nvSpPr>
            <p:spPr>
              <a:xfrm>
                <a:off x="1555413" y="2828174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𝑆𝑃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7" name="CaixaDeTexto 46">
                <a:extLst>
                  <a:ext uri="{FF2B5EF4-FFF2-40B4-BE49-F238E27FC236}">
                    <a16:creationId xmlns:a16="http://schemas.microsoft.com/office/drawing/2014/main" id="{60E5A82B-631F-4200-AF37-85B86FB30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5413" y="2828174"/>
                <a:ext cx="553758" cy="276999"/>
              </a:xfrm>
              <a:prstGeom prst="rect">
                <a:avLst/>
              </a:prstGeom>
              <a:blipFill>
                <a:blip r:embed="rId5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aixaDeTexto 47">
                <a:extLst>
                  <a:ext uri="{FF2B5EF4-FFF2-40B4-BE49-F238E27FC236}">
                    <a16:creationId xmlns:a16="http://schemas.microsoft.com/office/drawing/2014/main" id="{38369D91-0BE2-44D0-A690-880BCC5D782A}"/>
                  </a:ext>
                </a:extLst>
              </p:cNvPr>
              <p:cNvSpPr txBox="1"/>
              <p:nvPr/>
            </p:nvSpPr>
            <p:spPr>
              <a:xfrm>
                <a:off x="1881973" y="3321121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8" name="CaixaDeTexto 47">
                <a:extLst>
                  <a:ext uri="{FF2B5EF4-FFF2-40B4-BE49-F238E27FC236}">
                    <a16:creationId xmlns:a16="http://schemas.microsoft.com/office/drawing/2014/main" id="{38369D91-0BE2-44D0-A690-880BCC5D78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1973" y="3321121"/>
                <a:ext cx="553758" cy="276999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9" name="Conector de Seta Reta 48">
            <a:extLst>
              <a:ext uri="{FF2B5EF4-FFF2-40B4-BE49-F238E27FC236}">
                <a16:creationId xmlns:a16="http://schemas.microsoft.com/office/drawing/2014/main" id="{C4A04353-2FCC-4163-8BD5-994FA3C84F93}"/>
              </a:ext>
            </a:extLst>
          </p:cNvPr>
          <p:cNvCxnSpPr>
            <a:cxnSpLocks/>
          </p:cNvCxnSpPr>
          <p:nvPr/>
        </p:nvCxnSpPr>
        <p:spPr>
          <a:xfrm rot="5400000" flipV="1">
            <a:off x="5267568" y="2683136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8C018945-AE4E-48FA-AE09-2A16BECBF5C1}"/>
                  </a:ext>
                </a:extLst>
              </p:cNvPr>
              <p:cNvSpPr txBox="1"/>
              <p:nvPr/>
            </p:nvSpPr>
            <p:spPr>
              <a:xfrm>
                <a:off x="4880862" y="2812885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8C018945-AE4E-48FA-AE09-2A16BECBF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80862" y="2812885"/>
                <a:ext cx="553758" cy="276999"/>
              </a:xfrm>
              <a:prstGeom prst="rect">
                <a:avLst/>
              </a:prstGeom>
              <a:blipFill>
                <a:blip r:embed="rId7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CaixaDeTexto 50">
                <a:extLst>
                  <a:ext uri="{FF2B5EF4-FFF2-40B4-BE49-F238E27FC236}">
                    <a16:creationId xmlns:a16="http://schemas.microsoft.com/office/drawing/2014/main" id="{4E7F717B-51FF-404A-818E-B039B96641A0}"/>
                  </a:ext>
                </a:extLst>
              </p:cNvPr>
              <p:cNvSpPr txBox="1"/>
              <p:nvPr/>
            </p:nvSpPr>
            <p:spPr>
              <a:xfrm>
                <a:off x="5434620" y="2323822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1" name="CaixaDeTexto 50">
                <a:extLst>
                  <a:ext uri="{FF2B5EF4-FFF2-40B4-BE49-F238E27FC236}">
                    <a16:creationId xmlns:a16="http://schemas.microsoft.com/office/drawing/2014/main" id="{4E7F717B-51FF-404A-818E-B039B96641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620" y="2323822"/>
                <a:ext cx="553758" cy="276999"/>
              </a:xfrm>
              <a:prstGeom prst="rect">
                <a:avLst/>
              </a:prstGeom>
              <a:blipFill>
                <a:blip r:embed="rId8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/>
              <p:nvPr/>
            </p:nvSpPr>
            <p:spPr>
              <a:xfrm>
                <a:off x="7361783" y="280957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𝑃𝑉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61783" y="2809579"/>
                <a:ext cx="553758" cy="276999"/>
              </a:xfrm>
              <a:prstGeom prst="rect">
                <a:avLst/>
              </a:prstGeom>
              <a:blipFill>
                <a:blip r:embed="rId9"/>
                <a:stretch>
                  <a:fillRect r="-1111"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Conector de Seta Reta 52">
            <a:extLst>
              <a:ext uri="{FF2B5EF4-FFF2-40B4-BE49-F238E27FC236}">
                <a16:creationId xmlns:a16="http://schemas.microsoft.com/office/drawing/2014/main" id="{81561BEE-B645-4BA9-B095-1EACD9D1388D}"/>
              </a:ext>
            </a:extLst>
          </p:cNvPr>
          <p:cNvCxnSpPr>
            <a:cxnSpLocks/>
          </p:cNvCxnSpPr>
          <p:nvPr/>
        </p:nvCxnSpPr>
        <p:spPr>
          <a:xfrm flipH="1" flipV="1">
            <a:off x="7310984" y="4357126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CaixaDeTexto 53">
                <a:extLst>
                  <a:ext uri="{FF2B5EF4-FFF2-40B4-BE49-F238E27FC236}">
                    <a16:creationId xmlns:a16="http://schemas.microsoft.com/office/drawing/2014/main" id="{947B1036-96F1-42E4-87D6-9C0CCE3C2F4C}"/>
                  </a:ext>
                </a:extLst>
              </p:cNvPr>
              <p:cNvSpPr txBox="1"/>
              <p:nvPr/>
            </p:nvSpPr>
            <p:spPr>
              <a:xfrm>
                <a:off x="7444333" y="4080127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4" name="CaixaDeTexto 53">
                <a:extLst>
                  <a:ext uri="{FF2B5EF4-FFF2-40B4-BE49-F238E27FC236}">
                    <a16:creationId xmlns:a16="http://schemas.microsoft.com/office/drawing/2014/main" id="{947B1036-96F1-42E4-87D6-9C0CCE3C2F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44333" y="4080127"/>
                <a:ext cx="553758" cy="276999"/>
              </a:xfrm>
              <a:prstGeom prst="rect">
                <a:avLst/>
              </a:prstGeom>
              <a:blipFill>
                <a:blip r:embed="rId10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/>
              <p:nvPr/>
            </p:nvSpPr>
            <p:spPr>
              <a:xfrm>
                <a:off x="2482908" y="283228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82908" y="2832289"/>
                <a:ext cx="553758" cy="276999"/>
              </a:xfrm>
              <a:prstGeom prst="rect">
                <a:avLst/>
              </a:prstGeom>
              <a:blipFill>
                <a:blip r:embed="rId11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CaixaDeTexto 35">
            <a:extLst>
              <a:ext uri="{FF2B5EF4-FFF2-40B4-BE49-F238E27FC236}">
                <a16:creationId xmlns:a16="http://schemas.microsoft.com/office/drawing/2014/main" id="{DF66D415-AC8D-428F-960C-4BC57670495D}"/>
              </a:ext>
            </a:extLst>
          </p:cNvPr>
          <p:cNvSpPr txBox="1"/>
          <p:nvPr/>
        </p:nvSpPr>
        <p:spPr>
          <a:xfrm>
            <a:off x="2132613" y="3119632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</p:spTree>
    <p:extLst>
      <p:ext uri="{BB962C8B-B14F-4D97-AF65-F5344CB8AC3E}">
        <p14:creationId xmlns:p14="http://schemas.microsoft.com/office/powerpoint/2010/main" val="101817640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Fluxograma: Processo 3">
                <a:extLst>
                  <a:ext uri="{FF2B5EF4-FFF2-40B4-BE49-F238E27FC236}">
                    <a16:creationId xmlns:a16="http://schemas.microsoft.com/office/drawing/2014/main" id="{9EBAE7F4-AEF4-470C-9DF9-BB7ED89DE7C1}"/>
                  </a:ext>
                </a:extLst>
              </p:cNvPr>
              <p:cNvSpPr/>
              <p:nvPr/>
            </p:nvSpPr>
            <p:spPr>
              <a:xfrm>
                <a:off x="3303308" y="2821625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𝐾</m:t>
                      </m:r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" name="Fluxograma: Processo 3">
                <a:extLst>
                  <a:ext uri="{FF2B5EF4-FFF2-40B4-BE49-F238E27FC236}">
                    <a16:creationId xmlns:a16="http://schemas.microsoft.com/office/drawing/2014/main" id="{9EBAE7F4-AEF4-470C-9DF9-BB7ED89DE7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308" y="2821625"/>
                <a:ext cx="720000" cy="540000"/>
              </a:xfrm>
              <a:prstGeom prst="flowChartProcess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Fluxograma: Processo 4">
                <a:extLst>
                  <a:ext uri="{FF2B5EF4-FFF2-40B4-BE49-F238E27FC236}">
                    <a16:creationId xmlns:a16="http://schemas.microsoft.com/office/drawing/2014/main" id="{AB74129B-55AE-4616-801F-32B876AF7660}"/>
                  </a:ext>
                </a:extLst>
              </p:cNvPr>
              <p:cNvSpPr/>
              <p:nvPr/>
            </p:nvSpPr>
            <p:spPr>
              <a:xfrm>
                <a:off x="2583308" y="3549828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" name="Fluxograma: Processo 4">
                <a:extLst>
                  <a:ext uri="{FF2B5EF4-FFF2-40B4-BE49-F238E27FC236}">
                    <a16:creationId xmlns:a16="http://schemas.microsoft.com/office/drawing/2014/main" id="{AB74129B-55AE-4616-801F-32B876AF76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83308" y="3549828"/>
                <a:ext cx="720000" cy="540000"/>
              </a:xfrm>
              <a:prstGeom prst="flowChartProcess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Fluxograma: Conector 5">
            <a:extLst>
              <a:ext uri="{FF2B5EF4-FFF2-40B4-BE49-F238E27FC236}">
                <a16:creationId xmlns:a16="http://schemas.microsoft.com/office/drawing/2014/main" id="{D71D1F64-A979-4548-9F47-985CE33D0E9E}"/>
              </a:ext>
            </a:extLst>
          </p:cNvPr>
          <p:cNvSpPr/>
          <p:nvPr/>
        </p:nvSpPr>
        <p:spPr>
          <a:xfrm>
            <a:off x="3529958" y="3689350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Fluxograma: Processo 6">
                <a:extLst>
                  <a:ext uri="{FF2B5EF4-FFF2-40B4-BE49-F238E27FC236}">
                    <a16:creationId xmlns:a16="http://schemas.microsoft.com/office/drawing/2014/main" id="{6D317DF2-FBBA-4CF1-906E-F2BBCC9FB443}"/>
                  </a:ext>
                </a:extLst>
              </p:cNvPr>
              <p:cNvSpPr/>
              <p:nvPr/>
            </p:nvSpPr>
            <p:spPr>
              <a:xfrm>
                <a:off x="3303308" y="2093422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i="1" dirty="0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7" name="Fluxograma: Processo 6">
                <a:extLst>
                  <a:ext uri="{FF2B5EF4-FFF2-40B4-BE49-F238E27FC236}">
                    <a16:creationId xmlns:a16="http://schemas.microsoft.com/office/drawing/2014/main" id="{6D317DF2-FBBA-4CF1-906E-F2BBCC9FB4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03308" y="2093422"/>
                <a:ext cx="720000" cy="540000"/>
              </a:xfrm>
              <a:prstGeom prst="flowChartProcess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Fluxograma: Processo 9">
            <a:extLst>
              <a:ext uri="{FF2B5EF4-FFF2-40B4-BE49-F238E27FC236}">
                <a16:creationId xmlns:a16="http://schemas.microsoft.com/office/drawing/2014/main" id="{F5FEBA4E-4BE4-44E4-8C67-70D3CB0C9C3F}"/>
              </a:ext>
            </a:extLst>
          </p:cNvPr>
          <p:cNvSpPr/>
          <p:nvPr/>
        </p:nvSpPr>
        <p:spPr>
          <a:xfrm>
            <a:off x="5758156" y="2817750"/>
            <a:ext cx="720000" cy="540000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100" dirty="0">
                <a:ea typeface="Cambria Math" panose="02040503050406030204" pitchFamily="18" charset="0"/>
              </a:rPr>
              <a:t>Atuador</a:t>
            </a:r>
          </a:p>
        </p:txBody>
      </p:sp>
      <p:sp>
        <p:nvSpPr>
          <p:cNvPr id="11" name="Fluxograma: Conector 10">
            <a:extLst>
              <a:ext uri="{FF2B5EF4-FFF2-40B4-BE49-F238E27FC236}">
                <a16:creationId xmlns:a16="http://schemas.microsoft.com/office/drawing/2014/main" id="{115B249D-DB5C-4CDC-BE16-2B1DA3499AB5}"/>
              </a:ext>
            </a:extLst>
          </p:cNvPr>
          <p:cNvSpPr/>
          <p:nvPr/>
        </p:nvSpPr>
        <p:spPr>
          <a:xfrm>
            <a:off x="5971134" y="3556000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AA709A41-56EC-4327-AE71-2C59BFADF2C5}"/>
              </a:ext>
            </a:extLst>
          </p:cNvPr>
          <p:cNvCxnSpPr>
            <a:cxnSpLocks/>
          </p:cNvCxnSpPr>
          <p:nvPr/>
        </p:nvCxnSpPr>
        <p:spPr>
          <a:xfrm>
            <a:off x="1784350" y="3090832"/>
            <a:ext cx="15189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40F951C3-501F-4B4C-843D-FF57FC7EC718}"/>
              </a:ext>
            </a:extLst>
          </p:cNvPr>
          <p:cNvCxnSpPr>
            <a:cxnSpLocks/>
          </p:cNvCxnSpPr>
          <p:nvPr/>
        </p:nvCxnSpPr>
        <p:spPr>
          <a:xfrm flipV="1">
            <a:off x="5200239" y="3095106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B0658EEB-8780-4A63-9B14-71C640477836}"/>
              </a:ext>
            </a:extLst>
          </p:cNvPr>
          <p:cNvCxnSpPr>
            <a:cxnSpLocks/>
          </p:cNvCxnSpPr>
          <p:nvPr/>
        </p:nvCxnSpPr>
        <p:spPr>
          <a:xfrm flipV="1">
            <a:off x="6478156" y="3087750"/>
            <a:ext cx="5537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Conector de Seta Reta 26">
            <a:extLst>
              <a:ext uri="{FF2B5EF4-FFF2-40B4-BE49-F238E27FC236}">
                <a16:creationId xmlns:a16="http://schemas.microsoft.com/office/drawing/2014/main" id="{E2536BCE-FEAA-40BF-A399-011499767996}"/>
              </a:ext>
            </a:extLst>
          </p:cNvPr>
          <p:cNvCxnSpPr>
            <a:cxnSpLocks/>
            <a:endCxn id="5" idx="1"/>
          </p:cNvCxnSpPr>
          <p:nvPr/>
        </p:nvCxnSpPr>
        <p:spPr>
          <a:xfrm rot="16200000" flipH="1">
            <a:off x="2035231" y="3271751"/>
            <a:ext cx="728996" cy="36715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Conector de Seta Reta 26">
            <a:extLst>
              <a:ext uri="{FF2B5EF4-FFF2-40B4-BE49-F238E27FC236}">
                <a16:creationId xmlns:a16="http://schemas.microsoft.com/office/drawing/2014/main" id="{B98C683F-8279-4C2B-AD9C-F5EEC7B75CFF}"/>
              </a:ext>
            </a:extLst>
          </p:cNvPr>
          <p:cNvCxnSpPr>
            <a:cxnSpLocks/>
            <a:endCxn id="7" idx="1"/>
          </p:cNvCxnSpPr>
          <p:nvPr/>
        </p:nvCxnSpPr>
        <p:spPr>
          <a:xfrm flipV="1">
            <a:off x="2216152" y="2363422"/>
            <a:ext cx="1087156" cy="727409"/>
          </a:xfrm>
          <a:prstGeom prst="bentConnector3">
            <a:avLst>
              <a:gd name="adj1" fmla="val -232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Fluxograma: Conector 33">
            <a:extLst>
              <a:ext uri="{FF2B5EF4-FFF2-40B4-BE49-F238E27FC236}">
                <a16:creationId xmlns:a16="http://schemas.microsoft.com/office/drawing/2014/main" id="{9EAD05B5-E367-48D9-AD06-4D0622C5F7CD}"/>
              </a:ext>
            </a:extLst>
          </p:cNvPr>
          <p:cNvSpPr/>
          <p:nvPr/>
        </p:nvSpPr>
        <p:spPr>
          <a:xfrm>
            <a:off x="4938514" y="2958275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5104C636-4EAB-41E8-B782-5E251991FAFD}"/>
              </a:ext>
            </a:extLst>
          </p:cNvPr>
          <p:cNvCxnSpPr>
            <a:cxnSpLocks/>
            <a:endCxn id="34" idx="2"/>
          </p:cNvCxnSpPr>
          <p:nvPr/>
        </p:nvCxnSpPr>
        <p:spPr>
          <a:xfrm>
            <a:off x="4031677" y="3091625"/>
            <a:ext cx="90683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Conector: Angulado 41">
            <a:extLst>
              <a:ext uri="{FF2B5EF4-FFF2-40B4-BE49-F238E27FC236}">
                <a16:creationId xmlns:a16="http://schemas.microsoft.com/office/drawing/2014/main" id="{EE946F8C-0F5F-4CD7-B827-AF3793FFBC80}"/>
              </a:ext>
            </a:extLst>
          </p:cNvPr>
          <p:cNvCxnSpPr>
            <a:cxnSpLocks/>
            <a:stCxn id="50" idx="2"/>
            <a:endCxn id="11" idx="2"/>
          </p:cNvCxnSpPr>
          <p:nvPr/>
        </p:nvCxnSpPr>
        <p:spPr>
          <a:xfrm rot="16200000" flipH="1">
            <a:off x="5436154" y="3154370"/>
            <a:ext cx="599466" cy="47049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4" name="Conector: Angulado 43">
            <a:extLst>
              <a:ext uri="{FF2B5EF4-FFF2-40B4-BE49-F238E27FC236}">
                <a16:creationId xmlns:a16="http://schemas.microsoft.com/office/drawing/2014/main" id="{15B14A29-3231-4F22-BB80-CE57D574D073}"/>
              </a:ext>
            </a:extLst>
          </p:cNvPr>
          <p:cNvCxnSpPr>
            <a:stCxn id="7" idx="3"/>
            <a:endCxn id="34" idx="0"/>
          </p:cNvCxnSpPr>
          <p:nvPr/>
        </p:nvCxnSpPr>
        <p:spPr>
          <a:xfrm>
            <a:off x="4023308" y="2363422"/>
            <a:ext cx="1048556" cy="594853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Conector: Angulado 45">
            <a:extLst>
              <a:ext uri="{FF2B5EF4-FFF2-40B4-BE49-F238E27FC236}">
                <a16:creationId xmlns:a16="http://schemas.microsoft.com/office/drawing/2014/main" id="{1DB45FCC-862B-456D-9C43-0A42D0AE75A9}"/>
              </a:ext>
            </a:extLst>
          </p:cNvPr>
          <p:cNvCxnSpPr>
            <a:cxnSpLocks/>
            <a:stCxn id="65" idx="3"/>
            <a:endCxn id="34" idx="4"/>
          </p:cNvCxnSpPr>
          <p:nvPr/>
        </p:nvCxnSpPr>
        <p:spPr>
          <a:xfrm flipV="1">
            <a:off x="4746814" y="3224975"/>
            <a:ext cx="325050" cy="60036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CaixaDeTexto 47">
                <a:extLst>
                  <a:ext uri="{FF2B5EF4-FFF2-40B4-BE49-F238E27FC236}">
                    <a16:creationId xmlns:a16="http://schemas.microsoft.com/office/drawing/2014/main" id="{38369D91-0BE2-44D0-A690-880BCC5D782A}"/>
                  </a:ext>
                </a:extLst>
              </p:cNvPr>
              <p:cNvSpPr txBox="1"/>
              <p:nvPr/>
            </p:nvSpPr>
            <p:spPr>
              <a:xfrm>
                <a:off x="6057761" y="3800901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8" name="CaixaDeTexto 47">
                <a:extLst>
                  <a:ext uri="{FF2B5EF4-FFF2-40B4-BE49-F238E27FC236}">
                    <a16:creationId xmlns:a16="http://schemas.microsoft.com/office/drawing/2014/main" id="{38369D91-0BE2-44D0-A690-880BCC5D78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7761" y="3800901"/>
                <a:ext cx="553758" cy="276999"/>
              </a:xfrm>
              <a:prstGeom prst="rect">
                <a:avLst/>
              </a:prstGeom>
              <a:blipFill>
                <a:blip r:embed="rId5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8C018945-AE4E-48FA-AE09-2A16BECBF5C1}"/>
                  </a:ext>
                </a:extLst>
              </p:cNvPr>
              <p:cNvSpPr txBox="1"/>
              <p:nvPr/>
            </p:nvSpPr>
            <p:spPr>
              <a:xfrm>
                <a:off x="5223762" y="2812885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50" name="CaixaDeTexto 49">
                <a:extLst>
                  <a:ext uri="{FF2B5EF4-FFF2-40B4-BE49-F238E27FC236}">
                    <a16:creationId xmlns:a16="http://schemas.microsoft.com/office/drawing/2014/main" id="{8C018945-AE4E-48FA-AE09-2A16BECBF5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3762" y="2812885"/>
                <a:ext cx="553758" cy="276999"/>
              </a:xfrm>
              <a:prstGeom prst="rect">
                <a:avLst/>
              </a:prstGeom>
              <a:blipFill>
                <a:blip r:embed="rId6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/>
              <p:nvPr/>
            </p:nvSpPr>
            <p:spPr>
              <a:xfrm>
                <a:off x="6463812" y="2807068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3812" y="2807068"/>
                <a:ext cx="553758" cy="276999"/>
              </a:xfrm>
              <a:prstGeom prst="rect">
                <a:avLst/>
              </a:prstGeom>
              <a:blipFill>
                <a:blip r:embed="rId7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3" name="Conector de Seta Reta 52">
            <a:extLst>
              <a:ext uri="{FF2B5EF4-FFF2-40B4-BE49-F238E27FC236}">
                <a16:creationId xmlns:a16="http://schemas.microsoft.com/office/drawing/2014/main" id="{81561BEE-B645-4BA9-B095-1EACD9D1388D}"/>
              </a:ext>
            </a:extLst>
          </p:cNvPr>
          <p:cNvCxnSpPr>
            <a:cxnSpLocks/>
            <a:stCxn id="52" idx="2"/>
            <a:endCxn id="11" idx="6"/>
          </p:cNvCxnSpPr>
          <p:nvPr/>
        </p:nvCxnSpPr>
        <p:spPr>
          <a:xfrm rot="5400000">
            <a:off x="6186622" y="3135280"/>
            <a:ext cx="605283" cy="502857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/>
              <p:nvPr/>
            </p:nvSpPr>
            <p:spPr>
              <a:xfrm>
                <a:off x="1728120" y="2817742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8120" y="2817742"/>
                <a:ext cx="553758" cy="276999"/>
              </a:xfrm>
              <a:prstGeom prst="rect">
                <a:avLst/>
              </a:prstGeom>
              <a:blipFill>
                <a:blip r:embed="rId8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CaixaDeTexto 35">
            <a:extLst>
              <a:ext uri="{FF2B5EF4-FFF2-40B4-BE49-F238E27FC236}">
                <a16:creationId xmlns:a16="http://schemas.microsoft.com/office/drawing/2014/main" id="{DF66D415-AC8D-428F-960C-4BC57670495D}"/>
              </a:ext>
            </a:extLst>
          </p:cNvPr>
          <p:cNvSpPr txBox="1"/>
          <p:nvPr/>
        </p:nvSpPr>
        <p:spPr>
          <a:xfrm>
            <a:off x="5740978" y="3429000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  <p:cxnSp>
        <p:nvCxnSpPr>
          <p:cNvPr id="45" name="Conector de Seta Reta 44">
            <a:extLst>
              <a:ext uri="{FF2B5EF4-FFF2-40B4-BE49-F238E27FC236}">
                <a16:creationId xmlns:a16="http://schemas.microsoft.com/office/drawing/2014/main" id="{F42A997F-0A28-4018-AB79-16397C1043EC}"/>
              </a:ext>
            </a:extLst>
          </p:cNvPr>
          <p:cNvCxnSpPr>
            <a:cxnSpLocks/>
            <a:stCxn id="5" idx="3"/>
            <a:endCxn id="6" idx="2"/>
          </p:cNvCxnSpPr>
          <p:nvPr/>
        </p:nvCxnSpPr>
        <p:spPr>
          <a:xfrm>
            <a:off x="3303308" y="3819828"/>
            <a:ext cx="226650" cy="28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Fluxograma: Processo 57">
                <a:extLst>
                  <a:ext uri="{FF2B5EF4-FFF2-40B4-BE49-F238E27FC236}">
                    <a16:creationId xmlns:a16="http://schemas.microsoft.com/office/drawing/2014/main" id="{2BC7753A-354E-46CB-BD94-B99043550E2D}"/>
                  </a:ext>
                </a:extLst>
              </p:cNvPr>
              <p:cNvSpPr/>
              <p:nvPr/>
            </p:nvSpPr>
            <p:spPr>
              <a:xfrm>
                <a:off x="4377358" y="4226050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b>
                              <m:r>
                                <a:rPr lang="pt-B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8" name="Fluxograma: Processo 57">
                <a:extLst>
                  <a:ext uri="{FF2B5EF4-FFF2-40B4-BE49-F238E27FC236}">
                    <a16:creationId xmlns:a16="http://schemas.microsoft.com/office/drawing/2014/main" id="{2BC7753A-354E-46CB-BD94-B99043550E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7358" y="4226050"/>
                <a:ext cx="720000" cy="540000"/>
              </a:xfrm>
              <a:prstGeom prst="flowChartProcess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Conector de Seta Reta 26">
            <a:extLst>
              <a:ext uri="{FF2B5EF4-FFF2-40B4-BE49-F238E27FC236}">
                <a16:creationId xmlns:a16="http://schemas.microsoft.com/office/drawing/2014/main" id="{A78B7EE1-C6CF-4A58-AA13-F3C0931EDA78}"/>
              </a:ext>
            </a:extLst>
          </p:cNvPr>
          <p:cNvCxnSpPr>
            <a:cxnSpLocks/>
            <a:stCxn id="11" idx="4"/>
            <a:endCxn id="58" idx="3"/>
          </p:cNvCxnSpPr>
          <p:nvPr/>
        </p:nvCxnSpPr>
        <p:spPr>
          <a:xfrm rot="5400000">
            <a:off x="5264246" y="3655812"/>
            <a:ext cx="673350" cy="100712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Conector de Seta Reta 26">
            <a:extLst>
              <a:ext uri="{FF2B5EF4-FFF2-40B4-BE49-F238E27FC236}">
                <a16:creationId xmlns:a16="http://schemas.microsoft.com/office/drawing/2014/main" id="{1B6F18FC-B1E3-4EE7-8016-D45073DEE243}"/>
              </a:ext>
            </a:extLst>
          </p:cNvPr>
          <p:cNvCxnSpPr>
            <a:cxnSpLocks/>
            <a:stCxn id="58" idx="1"/>
            <a:endCxn id="6" idx="4"/>
          </p:cNvCxnSpPr>
          <p:nvPr/>
        </p:nvCxnSpPr>
        <p:spPr>
          <a:xfrm rot="10800000">
            <a:off x="3663308" y="3956050"/>
            <a:ext cx="714050" cy="5400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Fluxograma: Processo 64">
                <a:extLst>
                  <a:ext uri="{FF2B5EF4-FFF2-40B4-BE49-F238E27FC236}">
                    <a16:creationId xmlns:a16="http://schemas.microsoft.com/office/drawing/2014/main" id="{C3AE55A2-BB5E-48A7-9E02-32A2F2A05719}"/>
                  </a:ext>
                </a:extLst>
              </p:cNvPr>
              <p:cNvSpPr/>
              <p:nvPr/>
            </p:nvSpPr>
            <p:spPr>
              <a:xfrm>
                <a:off x="4026814" y="3555339"/>
                <a:ext cx="720000" cy="5400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65" name="Fluxograma: Processo 64">
                <a:extLst>
                  <a:ext uri="{FF2B5EF4-FFF2-40B4-BE49-F238E27FC236}">
                    <a16:creationId xmlns:a16="http://schemas.microsoft.com/office/drawing/2014/main" id="{C3AE55A2-BB5E-48A7-9E02-32A2F2A057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6814" y="3555339"/>
                <a:ext cx="720000" cy="540000"/>
              </a:xfrm>
              <a:prstGeom prst="flowChartProcess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Conector de Seta Reta 67">
            <a:extLst>
              <a:ext uri="{FF2B5EF4-FFF2-40B4-BE49-F238E27FC236}">
                <a16:creationId xmlns:a16="http://schemas.microsoft.com/office/drawing/2014/main" id="{B42E10F4-DAD5-4D73-869F-712A26A1D162}"/>
              </a:ext>
            </a:extLst>
          </p:cNvPr>
          <p:cNvCxnSpPr>
            <a:cxnSpLocks/>
            <a:stCxn id="6" idx="6"/>
            <a:endCxn id="65" idx="1"/>
          </p:cNvCxnSpPr>
          <p:nvPr/>
        </p:nvCxnSpPr>
        <p:spPr>
          <a:xfrm>
            <a:off x="3796658" y="3822700"/>
            <a:ext cx="23015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95692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C9F64654-491B-44D4-8810-F7BC4FB56C16}"/>
              </a:ext>
            </a:extLst>
          </p:cNvPr>
          <p:cNvSpPr/>
          <p:nvPr/>
        </p:nvSpPr>
        <p:spPr>
          <a:xfrm>
            <a:off x="2295899" y="1437315"/>
            <a:ext cx="2534387" cy="1105425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50F037E6-BD5B-489A-9973-08D9C8DA64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6019" y="1468527"/>
            <a:ext cx="994147" cy="683113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B05B0DA5-F98F-4B74-9D32-2AE5D0150C0F}"/>
              </a:ext>
            </a:extLst>
          </p:cNvPr>
          <p:cNvSpPr/>
          <p:nvPr/>
        </p:nvSpPr>
        <p:spPr>
          <a:xfrm>
            <a:off x="3006427" y="4545273"/>
            <a:ext cx="888275" cy="135395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52" name="Agrupar 51">
            <a:extLst>
              <a:ext uri="{FF2B5EF4-FFF2-40B4-BE49-F238E27FC236}">
                <a16:creationId xmlns:a16="http://schemas.microsoft.com/office/drawing/2014/main" id="{394063DD-87C5-4AB8-840E-872DC95220BF}"/>
              </a:ext>
            </a:extLst>
          </p:cNvPr>
          <p:cNvGrpSpPr/>
          <p:nvPr/>
        </p:nvGrpSpPr>
        <p:grpSpPr>
          <a:xfrm>
            <a:off x="3082982" y="4786614"/>
            <a:ext cx="735163" cy="871267"/>
            <a:chOff x="6443993" y="1930965"/>
            <a:chExt cx="4073525" cy="3233382"/>
          </a:xfrm>
        </p:grpSpPr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EE3A44BF-D2BE-4EBC-99EF-68731FA4F1F4}"/>
                </a:ext>
              </a:extLst>
            </p:cNvPr>
            <p:cNvSpPr/>
            <p:nvPr/>
          </p:nvSpPr>
          <p:spPr>
            <a:xfrm>
              <a:off x="7016152" y="4577751"/>
              <a:ext cx="586596" cy="586596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" name="Elipse 5">
              <a:extLst>
                <a:ext uri="{FF2B5EF4-FFF2-40B4-BE49-F238E27FC236}">
                  <a16:creationId xmlns:a16="http://schemas.microsoft.com/office/drawing/2014/main" id="{56D42D5F-32BB-4694-AB28-175E60CE91E7}"/>
                </a:ext>
              </a:extLst>
            </p:cNvPr>
            <p:cNvSpPr/>
            <p:nvPr/>
          </p:nvSpPr>
          <p:spPr>
            <a:xfrm>
              <a:off x="8189343" y="4577751"/>
              <a:ext cx="586596" cy="586596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" name="Elipse 6">
              <a:extLst>
                <a:ext uri="{FF2B5EF4-FFF2-40B4-BE49-F238E27FC236}">
                  <a16:creationId xmlns:a16="http://schemas.microsoft.com/office/drawing/2014/main" id="{46E25153-D119-4ED2-BE1C-8747DB0D270B}"/>
                </a:ext>
              </a:extLst>
            </p:cNvPr>
            <p:cNvSpPr/>
            <p:nvPr/>
          </p:nvSpPr>
          <p:spPr>
            <a:xfrm>
              <a:off x="9362536" y="4577751"/>
              <a:ext cx="586596" cy="586596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8" name="Conector reto 7">
              <a:extLst>
                <a:ext uri="{FF2B5EF4-FFF2-40B4-BE49-F238E27FC236}">
                  <a16:creationId xmlns:a16="http://schemas.microsoft.com/office/drawing/2014/main" id="{AA678496-ADFB-4C9F-812E-77B3C3C711F5}"/>
                </a:ext>
              </a:extLst>
            </p:cNvPr>
            <p:cNvCxnSpPr>
              <a:cxnSpLocks/>
            </p:cNvCxnSpPr>
            <p:nvPr/>
          </p:nvCxnSpPr>
          <p:spPr>
            <a:xfrm>
              <a:off x="7602748" y="2508849"/>
              <a:ext cx="0" cy="2362200"/>
            </a:xfrm>
            <a:prstGeom prst="line">
              <a:avLst/>
            </a:prstGeom>
            <a:ln>
              <a:headEnd type="non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Conector reto 8">
              <a:extLst>
                <a:ext uri="{FF2B5EF4-FFF2-40B4-BE49-F238E27FC236}">
                  <a16:creationId xmlns:a16="http://schemas.microsoft.com/office/drawing/2014/main" id="{DBCB8168-0B12-4FF5-A5E0-6E3022D749A7}"/>
                </a:ext>
              </a:extLst>
            </p:cNvPr>
            <p:cNvCxnSpPr>
              <a:cxnSpLocks/>
            </p:cNvCxnSpPr>
            <p:nvPr/>
          </p:nvCxnSpPr>
          <p:spPr>
            <a:xfrm>
              <a:off x="8189344" y="2508849"/>
              <a:ext cx="0" cy="236220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Conector reto 9">
              <a:extLst>
                <a:ext uri="{FF2B5EF4-FFF2-40B4-BE49-F238E27FC236}">
                  <a16:creationId xmlns:a16="http://schemas.microsoft.com/office/drawing/2014/main" id="{29217A32-69F8-464A-8A3D-9570D0C9C3E2}"/>
                </a:ext>
              </a:extLst>
            </p:cNvPr>
            <p:cNvCxnSpPr>
              <a:cxnSpLocks/>
            </p:cNvCxnSpPr>
            <p:nvPr/>
          </p:nvCxnSpPr>
          <p:spPr>
            <a:xfrm>
              <a:off x="8775940" y="2508849"/>
              <a:ext cx="0" cy="236220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Conector reto 10">
              <a:extLst>
                <a:ext uri="{FF2B5EF4-FFF2-40B4-BE49-F238E27FC236}">
                  <a16:creationId xmlns:a16="http://schemas.microsoft.com/office/drawing/2014/main" id="{28F42D89-AFF6-47F4-807E-1F3DD519D203}"/>
                </a:ext>
              </a:extLst>
            </p:cNvPr>
            <p:cNvCxnSpPr>
              <a:cxnSpLocks/>
            </p:cNvCxnSpPr>
            <p:nvPr/>
          </p:nvCxnSpPr>
          <p:spPr>
            <a:xfrm>
              <a:off x="9362536" y="2508849"/>
              <a:ext cx="0" cy="2362200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12" name="Conector reto 11">
              <a:extLst>
                <a:ext uri="{FF2B5EF4-FFF2-40B4-BE49-F238E27FC236}">
                  <a16:creationId xmlns:a16="http://schemas.microsoft.com/office/drawing/2014/main" id="{45CEDA49-09D6-474B-A538-9A84EAF8FA3A}"/>
                </a:ext>
              </a:extLst>
            </p:cNvPr>
            <p:cNvCxnSpPr>
              <a:cxnSpLocks/>
              <a:endCxn id="7" idx="4"/>
            </p:cNvCxnSpPr>
            <p:nvPr/>
          </p:nvCxnSpPr>
          <p:spPr>
            <a:xfrm flipH="1">
              <a:off x="9655834" y="5164347"/>
              <a:ext cx="861684" cy="0"/>
            </a:xfrm>
            <a:prstGeom prst="line">
              <a:avLst/>
            </a:prstGeom>
            <a:ln>
              <a:headEnd type="non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ector reto 23">
              <a:extLst>
                <a:ext uri="{FF2B5EF4-FFF2-40B4-BE49-F238E27FC236}">
                  <a16:creationId xmlns:a16="http://schemas.microsoft.com/office/drawing/2014/main" id="{12D6B560-ABFF-46EF-A8E0-B8066C795D0F}"/>
                </a:ext>
              </a:extLst>
            </p:cNvPr>
            <p:cNvCxnSpPr>
              <a:cxnSpLocks/>
            </p:cNvCxnSpPr>
            <p:nvPr/>
          </p:nvCxnSpPr>
          <p:spPr>
            <a:xfrm>
              <a:off x="6443993" y="5164347"/>
              <a:ext cx="860400" cy="0"/>
            </a:xfrm>
            <a:prstGeom prst="line">
              <a:avLst/>
            </a:prstGeom>
            <a:ln>
              <a:headEnd type="none" w="med" len="med"/>
              <a:tailEnd type="none" w="med" len="med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33" name="Retângulo 32">
              <a:extLst>
                <a:ext uri="{FF2B5EF4-FFF2-40B4-BE49-F238E27FC236}">
                  <a16:creationId xmlns:a16="http://schemas.microsoft.com/office/drawing/2014/main" id="{C278EFD2-B53B-4E32-9206-FB679A930D4C}"/>
                </a:ext>
              </a:extLst>
            </p:cNvPr>
            <p:cNvSpPr/>
            <p:nvPr/>
          </p:nvSpPr>
          <p:spPr>
            <a:xfrm>
              <a:off x="6939594" y="1930965"/>
              <a:ext cx="3086094" cy="570466"/>
            </a:xfrm>
            <a:prstGeom prst="rect">
              <a:avLst/>
            </a:prstGeom>
            <a:noFill/>
            <a:ln w="1270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Elipse 33">
              <a:extLst>
                <a:ext uri="{FF2B5EF4-FFF2-40B4-BE49-F238E27FC236}">
                  <a16:creationId xmlns:a16="http://schemas.microsoft.com/office/drawing/2014/main" id="{D268EBC2-CB4F-416E-82CC-91392A152463}"/>
                </a:ext>
              </a:extLst>
            </p:cNvPr>
            <p:cNvSpPr/>
            <p:nvPr/>
          </p:nvSpPr>
          <p:spPr>
            <a:xfrm>
              <a:off x="7602748" y="2215551"/>
              <a:ext cx="586596" cy="586596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Elipse 34">
              <a:extLst>
                <a:ext uri="{FF2B5EF4-FFF2-40B4-BE49-F238E27FC236}">
                  <a16:creationId xmlns:a16="http://schemas.microsoft.com/office/drawing/2014/main" id="{D8CAB5E9-52CE-4D8C-8612-C079AE442AE9}"/>
                </a:ext>
              </a:extLst>
            </p:cNvPr>
            <p:cNvSpPr/>
            <p:nvPr/>
          </p:nvSpPr>
          <p:spPr>
            <a:xfrm>
              <a:off x="8775939" y="2215551"/>
              <a:ext cx="586596" cy="586596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106" name="Agrupar 105">
            <a:extLst>
              <a:ext uri="{FF2B5EF4-FFF2-40B4-BE49-F238E27FC236}">
                <a16:creationId xmlns:a16="http://schemas.microsoft.com/office/drawing/2014/main" id="{6D183F39-977F-4018-8161-72153AB2B48C}"/>
              </a:ext>
            </a:extLst>
          </p:cNvPr>
          <p:cNvGrpSpPr/>
          <p:nvPr/>
        </p:nvGrpSpPr>
        <p:grpSpPr>
          <a:xfrm>
            <a:off x="1956639" y="5389893"/>
            <a:ext cx="523096" cy="269777"/>
            <a:chOff x="5509404" y="2540681"/>
            <a:chExt cx="1154982" cy="586596"/>
          </a:xfrm>
        </p:grpSpPr>
        <p:sp>
          <p:nvSpPr>
            <p:cNvPr id="55" name="Elipse 54">
              <a:extLst>
                <a:ext uri="{FF2B5EF4-FFF2-40B4-BE49-F238E27FC236}">
                  <a16:creationId xmlns:a16="http://schemas.microsoft.com/office/drawing/2014/main" id="{399DC8BD-260B-4E18-81AE-8860B5D447DE}"/>
                </a:ext>
              </a:extLst>
            </p:cNvPr>
            <p:cNvSpPr/>
            <p:nvPr/>
          </p:nvSpPr>
          <p:spPr>
            <a:xfrm>
              <a:off x="5509404" y="2540681"/>
              <a:ext cx="586596" cy="586596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60" name="Conector reto 59">
              <a:extLst>
                <a:ext uri="{FF2B5EF4-FFF2-40B4-BE49-F238E27FC236}">
                  <a16:creationId xmlns:a16="http://schemas.microsoft.com/office/drawing/2014/main" id="{77467FBB-E16E-4B58-82C2-3DC8D4D7E6E0}"/>
                </a:ext>
              </a:extLst>
            </p:cNvPr>
            <p:cNvCxnSpPr>
              <a:cxnSpLocks/>
              <a:endCxn id="55" idx="4"/>
            </p:cNvCxnSpPr>
            <p:nvPr/>
          </p:nvCxnSpPr>
          <p:spPr>
            <a:xfrm flipH="1">
              <a:off x="5802702" y="3127277"/>
              <a:ext cx="861684" cy="0"/>
            </a:xfrm>
            <a:prstGeom prst="line">
              <a:avLst/>
            </a:prstGeom>
            <a:ln>
              <a:headEnd type="non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00" name="Elipse 99">
              <a:extLst>
                <a:ext uri="{FF2B5EF4-FFF2-40B4-BE49-F238E27FC236}">
                  <a16:creationId xmlns:a16="http://schemas.microsoft.com/office/drawing/2014/main" id="{24516002-5B08-4ED9-A7D2-056D3287F6DE}"/>
                </a:ext>
              </a:extLst>
            </p:cNvPr>
            <p:cNvSpPr/>
            <p:nvPr/>
          </p:nvSpPr>
          <p:spPr>
            <a:xfrm>
              <a:off x="5712702" y="2743979"/>
              <a:ext cx="180000" cy="180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07" name="Retângulo 106">
            <a:extLst>
              <a:ext uri="{FF2B5EF4-FFF2-40B4-BE49-F238E27FC236}">
                <a16:creationId xmlns:a16="http://schemas.microsoft.com/office/drawing/2014/main" id="{EAB52DAE-0D46-4351-A974-C5E584E2AAEC}"/>
              </a:ext>
            </a:extLst>
          </p:cNvPr>
          <p:cNvSpPr/>
          <p:nvPr/>
        </p:nvSpPr>
        <p:spPr>
          <a:xfrm>
            <a:off x="1857210" y="5232557"/>
            <a:ext cx="721955" cy="584451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112" name="Agrupar 111">
            <a:extLst>
              <a:ext uri="{FF2B5EF4-FFF2-40B4-BE49-F238E27FC236}">
                <a16:creationId xmlns:a16="http://schemas.microsoft.com/office/drawing/2014/main" id="{63645853-954B-4280-B6A2-8E6FC9026835}"/>
              </a:ext>
            </a:extLst>
          </p:cNvPr>
          <p:cNvGrpSpPr/>
          <p:nvPr/>
        </p:nvGrpSpPr>
        <p:grpSpPr>
          <a:xfrm flipH="1">
            <a:off x="4418504" y="5389893"/>
            <a:ext cx="523096" cy="269777"/>
            <a:chOff x="5509404" y="2540681"/>
            <a:chExt cx="1154982" cy="586596"/>
          </a:xfrm>
        </p:grpSpPr>
        <p:sp>
          <p:nvSpPr>
            <p:cNvPr id="113" name="Elipse 112">
              <a:extLst>
                <a:ext uri="{FF2B5EF4-FFF2-40B4-BE49-F238E27FC236}">
                  <a16:creationId xmlns:a16="http://schemas.microsoft.com/office/drawing/2014/main" id="{B6CA337D-557A-4294-A03C-90359FCD5CCB}"/>
                </a:ext>
              </a:extLst>
            </p:cNvPr>
            <p:cNvSpPr/>
            <p:nvPr/>
          </p:nvSpPr>
          <p:spPr>
            <a:xfrm>
              <a:off x="5509404" y="2540681"/>
              <a:ext cx="586596" cy="586596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4" name="Conector reto 113">
              <a:extLst>
                <a:ext uri="{FF2B5EF4-FFF2-40B4-BE49-F238E27FC236}">
                  <a16:creationId xmlns:a16="http://schemas.microsoft.com/office/drawing/2014/main" id="{41C4CE4F-CE39-46F9-B6D5-61FD1CAE8450}"/>
                </a:ext>
              </a:extLst>
            </p:cNvPr>
            <p:cNvCxnSpPr>
              <a:cxnSpLocks/>
              <a:endCxn id="113" idx="4"/>
            </p:cNvCxnSpPr>
            <p:nvPr/>
          </p:nvCxnSpPr>
          <p:spPr>
            <a:xfrm flipH="1">
              <a:off x="5802702" y="3127277"/>
              <a:ext cx="861684" cy="0"/>
            </a:xfrm>
            <a:prstGeom prst="line">
              <a:avLst/>
            </a:prstGeom>
            <a:ln>
              <a:headEnd type="non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15" name="Elipse 114">
              <a:extLst>
                <a:ext uri="{FF2B5EF4-FFF2-40B4-BE49-F238E27FC236}">
                  <a16:creationId xmlns:a16="http://schemas.microsoft.com/office/drawing/2014/main" id="{F424EB20-A7FF-46EB-836F-36259F7392EE}"/>
                </a:ext>
              </a:extLst>
            </p:cNvPr>
            <p:cNvSpPr/>
            <p:nvPr/>
          </p:nvSpPr>
          <p:spPr>
            <a:xfrm>
              <a:off x="5712702" y="2743979"/>
              <a:ext cx="180000" cy="180000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16" name="Retângulo 115">
            <a:extLst>
              <a:ext uri="{FF2B5EF4-FFF2-40B4-BE49-F238E27FC236}">
                <a16:creationId xmlns:a16="http://schemas.microsoft.com/office/drawing/2014/main" id="{4B85B638-4502-4B90-82F0-8F026E541852}"/>
              </a:ext>
            </a:extLst>
          </p:cNvPr>
          <p:cNvSpPr/>
          <p:nvPr/>
        </p:nvSpPr>
        <p:spPr>
          <a:xfrm flipH="1">
            <a:off x="4319075" y="5232557"/>
            <a:ext cx="721955" cy="584451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9" name="Elipse 118">
            <a:extLst>
              <a:ext uri="{FF2B5EF4-FFF2-40B4-BE49-F238E27FC236}">
                <a16:creationId xmlns:a16="http://schemas.microsoft.com/office/drawing/2014/main" id="{5473B67F-4630-4B11-BD42-669B9AFCA8F5}"/>
              </a:ext>
            </a:extLst>
          </p:cNvPr>
          <p:cNvSpPr/>
          <p:nvPr/>
        </p:nvSpPr>
        <p:spPr>
          <a:xfrm>
            <a:off x="4565568" y="4745924"/>
            <a:ext cx="234749" cy="234749"/>
          </a:xfrm>
          <a:prstGeom prst="ellipse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M</a:t>
            </a:r>
          </a:p>
        </p:txBody>
      </p:sp>
      <p:sp>
        <p:nvSpPr>
          <p:cNvPr id="120" name="Elipse 119">
            <a:extLst>
              <a:ext uri="{FF2B5EF4-FFF2-40B4-BE49-F238E27FC236}">
                <a16:creationId xmlns:a16="http://schemas.microsoft.com/office/drawing/2014/main" id="{A00AC2AA-4FFF-4B3A-BBFA-B353672A1115}"/>
              </a:ext>
            </a:extLst>
          </p:cNvPr>
          <p:cNvSpPr/>
          <p:nvPr/>
        </p:nvSpPr>
        <p:spPr>
          <a:xfrm>
            <a:off x="3333189" y="4121262"/>
            <a:ext cx="234749" cy="234749"/>
          </a:xfrm>
          <a:prstGeom prst="ellipse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400" dirty="0"/>
              <a:t>M</a:t>
            </a:r>
          </a:p>
        </p:txBody>
      </p:sp>
      <p:cxnSp>
        <p:nvCxnSpPr>
          <p:cNvPr id="123" name="Conector reto 122">
            <a:extLst>
              <a:ext uri="{FF2B5EF4-FFF2-40B4-BE49-F238E27FC236}">
                <a16:creationId xmlns:a16="http://schemas.microsoft.com/office/drawing/2014/main" id="{E830FD92-A0EB-47BC-8C12-6F3134B68E10}"/>
              </a:ext>
            </a:extLst>
          </p:cNvPr>
          <p:cNvCxnSpPr>
            <a:cxnSpLocks/>
            <a:stCxn id="119" idx="4"/>
            <a:endCxn id="116" idx="0"/>
          </p:cNvCxnSpPr>
          <p:nvPr/>
        </p:nvCxnSpPr>
        <p:spPr>
          <a:xfrm flipH="1">
            <a:off x="4680052" y="4980673"/>
            <a:ext cx="2891" cy="25188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6" name="Conector reto 125">
            <a:extLst>
              <a:ext uri="{FF2B5EF4-FFF2-40B4-BE49-F238E27FC236}">
                <a16:creationId xmlns:a16="http://schemas.microsoft.com/office/drawing/2014/main" id="{A98E2A20-5EE6-42A1-BCB9-A95BB75986C0}"/>
              </a:ext>
            </a:extLst>
          </p:cNvPr>
          <p:cNvCxnSpPr>
            <a:cxnSpLocks/>
            <a:stCxn id="120" idx="4"/>
            <a:endCxn id="4" idx="0"/>
          </p:cNvCxnSpPr>
          <p:nvPr/>
        </p:nvCxnSpPr>
        <p:spPr>
          <a:xfrm>
            <a:off x="3450564" y="4356011"/>
            <a:ext cx="1" cy="189262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9" name="CaixaDeTexto 128">
            <a:extLst>
              <a:ext uri="{FF2B5EF4-FFF2-40B4-BE49-F238E27FC236}">
                <a16:creationId xmlns:a16="http://schemas.microsoft.com/office/drawing/2014/main" id="{172FD48B-EA05-4A62-906C-1C0E65EC82A1}"/>
              </a:ext>
            </a:extLst>
          </p:cNvPr>
          <p:cNvSpPr txBox="1"/>
          <p:nvPr/>
        </p:nvSpPr>
        <p:spPr>
          <a:xfrm>
            <a:off x="1770511" y="5753167"/>
            <a:ext cx="8953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 err="1"/>
              <a:t>Bobinador</a:t>
            </a:r>
            <a:r>
              <a:rPr lang="pt-BR" sz="1000" dirty="0"/>
              <a:t> #1</a:t>
            </a:r>
          </a:p>
        </p:txBody>
      </p:sp>
      <p:sp>
        <p:nvSpPr>
          <p:cNvPr id="130" name="CaixaDeTexto 129">
            <a:extLst>
              <a:ext uri="{FF2B5EF4-FFF2-40B4-BE49-F238E27FC236}">
                <a16:creationId xmlns:a16="http://schemas.microsoft.com/office/drawing/2014/main" id="{3A3FCB92-DA54-42F7-8AF0-E0E98E9F19A1}"/>
              </a:ext>
            </a:extLst>
          </p:cNvPr>
          <p:cNvSpPr txBox="1"/>
          <p:nvPr/>
        </p:nvSpPr>
        <p:spPr>
          <a:xfrm>
            <a:off x="4235268" y="5753166"/>
            <a:ext cx="8953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 err="1"/>
              <a:t>Bobinador</a:t>
            </a:r>
            <a:r>
              <a:rPr lang="pt-BR" sz="1000" dirty="0"/>
              <a:t> #2</a:t>
            </a:r>
          </a:p>
        </p:txBody>
      </p:sp>
      <p:sp>
        <p:nvSpPr>
          <p:cNvPr id="131" name="CaixaDeTexto 130">
            <a:extLst>
              <a:ext uri="{FF2B5EF4-FFF2-40B4-BE49-F238E27FC236}">
                <a16:creationId xmlns:a16="http://schemas.microsoft.com/office/drawing/2014/main" id="{14D5A609-5FDB-4989-A897-248CDDDC9011}"/>
              </a:ext>
            </a:extLst>
          </p:cNvPr>
          <p:cNvSpPr txBox="1"/>
          <p:nvPr/>
        </p:nvSpPr>
        <p:spPr>
          <a:xfrm>
            <a:off x="3002888" y="5842264"/>
            <a:ext cx="8953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/>
              <a:t>Acumulador</a:t>
            </a:r>
          </a:p>
        </p:txBody>
      </p:sp>
      <p:cxnSp>
        <p:nvCxnSpPr>
          <p:cNvPr id="135" name="Conector reto 134">
            <a:extLst>
              <a:ext uri="{FF2B5EF4-FFF2-40B4-BE49-F238E27FC236}">
                <a16:creationId xmlns:a16="http://schemas.microsoft.com/office/drawing/2014/main" id="{5B38E177-3223-4A72-B676-9D5A44BE4968}"/>
              </a:ext>
            </a:extLst>
          </p:cNvPr>
          <p:cNvCxnSpPr>
            <a:cxnSpLocks/>
            <a:stCxn id="173" idx="2"/>
            <a:endCxn id="120" idx="0"/>
          </p:cNvCxnSpPr>
          <p:nvPr/>
        </p:nvCxnSpPr>
        <p:spPr>
          <a:xfrm>
            <a:off x="3448920" y="3506093"/>
            <a:ext cx="1644" cy="6151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grpSp>
        <p:nvGrpSpPr>
          <p:cNvPr id="170" name="Agrupar 169">
            <a:extLst>
              <a:ext uri="{FF2B5EF4-FFF2-40B4-BE49-F238E27FC236}">
                <a16:creationId xmlns:a16="http://schemas.microsoft.com/office/drawing/2014/main" id="{21AA36B0-1DDF-4CD7-8681-6B3AD6CFEB81}"/>
              </a:ext>
            </a:extLst>
          </p:cNvPr>
          <p:cNvGrpSpPr/>
          <p:nvPr/>
        </p:nvGrpSpPr>
        <p:grpSpPr>
          <a:xfrm>
            <a:off x="3265102" y="3054317"/>
            <a:ext cx="594173" cy="451776"/>
            <a:chOff x="1956639" y="2645105"/>
            <a:chExt cx="594173" cy="451776"/>
          </a:xfrm>
        </p:grpSpPr>
        <p:sp>
          <p:nvSpPr>
            <p:cNvPr id="171" name="Retângulo 170">
              <a:extLst>
                <a:ext uri="{FF2B5EF4-FFF2-40B4-BE49-F238E27FC236}">
                  <a16:creationId xmlns:a16="http://schemas.microsoft.com/office/drawing/2014/main" id="{A407DE9D-A346-4FDF-9FEF-15D55051FCAC}"/>
                </a:ext>
              </a:extLst>
            </p:cNvPr>
            <p:cNvSpPr/>
            <p:nvPr/>
          </p:nvSpPr>
          <p:spPr>
            <a:xfrm>
              <a:off x="1990696" y="2645105"/>
              <a:ext cx="530225" cy="447712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2" name="CaixaDeTexto 171">
              <a:extLst>
                <a:ext uri="{FF2B5EF4-FFF2-40B4-BE49-F238E27FC236}">
                  <a16:creationId xmlns:a16="http://schemas.microsoft.com/office/drawing/2014/main" id="{DCB8B5E7-2638-4A5E-9CE8-BAA0F645185C}"/>
                </a:ext>
              </a:extLst>
            </p:cNvPr>
            <p:cNvSpPr txBox="1"/>
            <p:nvPr/>
          </p:nvSpPr>
          <p:spPr>
            <a:xfrm>
              <a:off x="1956639" y="2668920"/>
              <a:ext cx="594173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00" dirty="0"/>
                <a:t>Módulo</a:t>
              </a:r>
            </a:p>
            <a:p>
              <a:pPr algn="ctr"/>
              <a:r>
                <a:rPr lang="pt-BR" sz="1000" dirty="0"/>
                <a:t>L298</a:t>
              </a:r>
            </a:p>
          </p:txBody>
        </p:sp>
        <p:sp>
          <p:nvSpPr>
            <p:cNvPr id="173" name="CaixaDeTexto 172">
              <a:extLst>
                <a:ext uri="{FF2B5EF4-FFF2-40B4-BE49-F238E27FC236}">
                  <a16:creationId xmlns:a16="http://schemas.microsoft.com/office/drawing/2014/main" id="{6B60FCBE-C61E-41D0-A58A-8F417F87E277}"/>
                </a:ext>
              </a:extLst>
            </p:cNvPr>
            <p:cNvSpPr txBox="1"/>
            <p:nvPr/>
          </p:nvSpPr>
          <p:spPr>
            <a:xfrm>
              <a:off x="2050034" y="2952881"/>
              <a:ext cx="180845" cy="144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600" dirty="0"/>
                <a:t>A</a:t>
              </a:r>
            </a:p>
          </p:txBody>
        </p:sp>
        <p:sp>
          <p:nvSpPr>
            <p:cNvPr id="174" name="CaixaDeTexto 173">
              <a:extLst>
                <a:ext uri="{FF2B5EF4-FFF2-40B4-BE49-F238E27FC236}">
                  <a16:creationId xmlns:a16="http://schemas.microsoft.com/office/drawing/2014/main" id="{DC36BC33-96CC-400E-9728-FE798D1DF04D}"/>
                </a:ext>
              </a:extLst>
            </p:cNvPr>
            <p:cNvSpPr txBox="1"/>
            <p:nvPr/>
          </p:nvSpPr>
          <p:spPr>
            <a:xfrm>
              <a:off x="2285368" y="2952881"/>
              <a:ext cx="180845" cy="144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600" dirty="0"/>
                <a:t>B</a:t>
              </a:r>
            </a:p>
          </p:txBody>
        </p:sp>
      </p:grpSp>
      <p:grpSp>
        <p:nvGrpSpPr>
          <p:cNvPr id="184" name="Agrupar 183">
            <a:extLst>
              <a:ext uri="{FF2B5EF4-FFF2-40B4-BE49-F238E27FC236}">
                <a16:creationId xmlns:a16="http://schemas.microsoft.com/office/drawing/2014/main" id="{49A31AB0-1450-4763-9427-F3911C0A5678}"/>
              </a:ext>
            </a:extLst>
          </p:cNvPr>
          <p:cNvGrpSpPr/>
          <p:nvPr/>
        </p:nvGrpSpPr>
        <p:grpSpPr>
          <a:xfrm>
            <a:off x="3895940" y="3080150"/>
            <a:ext cx="594173" cy="400110"/>
            <a:chOff x="5286504" y="2559406"/>
            <a:chExt cx="594173" cy="400110"/>
          </a:xfrm>
        </p:grpSpPr>
        <p:sp>
          <p:nvSpPr>
            <p:cNvPr id="180" name="Retângulo 179">
              <a:extLst>
                <a:ext uri="{FF2B5EF4-FFF2-40B4-BE49-F238E27FC236}">
                  <a16:creationId xmlns:a16="http://schemas.microsoft.com/office/drawing/2014/main" id="{2EA36B43-958E-4498-8D04-831C030FC3CC}"/>
                </a:ext>
              </a:extLst>
            </p:cNvPr>
            <p:cNvSpPr/>
            <p:nvPr/>
          </p:nvSpPr>
          <p:spPr>
            <a:xfrm>
              <a:off x="5320561" y="2559406"/>
              <a:ext cx="530225" cy="400110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1" name="CaixaDeTexto 180">
              <a:extLst>
                <a:ext uri="{FF2B5EF4-FFF2-40B4-BE49-F238E27FC236}">
                  <a16:creationId xmlns:a16="http://schemas.microsoft.com/office/drawing/2014/main" id="{75BE27E4-A3FA-418F-B3CA-AEDBA64BECCF}"/>
                </a:ext>
              </a:extLst>
            </p:cNvPr>
            <p:cNvSpPr txBox="1"/>
            <p:nvPr/>
          </p:nvSpPr>
          <p:spPr>
            <a:xfrm>
              <a:off x="5286504" y="2559406"/>
              <a:ext cx="594173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00" dirty="0"/>
                <a:t>Módulo</a:t>
              </a:r>
            </a:p>
            <a:p>
              <a:pPr algn="ctr"/>
              <a:r>
                <a:rPr lang="pt-BR" sz="1000" dirty="0"/>
                <a:t>INA219</a:t>
              </a:r>
            </a:p>
          </p:txBody>
        </p:sp>
      </p:grpSp>
      <p:grpSp>
        <p:nvGrpSpPr>
          <p:cNvPr id="188" name="Agrupar 187">
            <a:extLst>
              <a:ext uri="{FF2B5EF4-FFF2-40B4-BE49-F238E27FC236}">
                <a16:creationId xmlns:a16="http://schemas.microsoft.com/office/drawing/2014/main" id="{49F87F8C-6E33-4D29-9957-5BDD746D26CD}"/>
              </a:ext>
            </a:extLst>
          </p:cNvPr>
          <p:cNvGrpSpPr/>
          <p:nvPr/>
        </p:nvGrpSpPr>
        <p:grpSpPr>
          <a:xfrm>
            <a:off x="2634264" y="3080150"/>
            <a:ext cx="594173" cy="400110"/>
            <a:chOff x="5407983" y="3028890"/>
            <a:chExt cx="594173" cy="400110"/>
          </a:xfrm>
        </p:grpSpPr>
        <p:sp>
          <p:nvSpPr>
            <p:cNvPr id="186" name="Retângulo 185">
              <a:extLst>
                <a:ext uri="{FF2B5EF4-FFF2-40B4-BE49-F238E27FC236}">
                  <a16:creationId xmlns:a16="http://schemas.microsoft.com/office/drawing/2014/main" id="{BCABCD01-1623-436F-9F16-151D3055909D}"/>
                </a:ext>
              </a:extLst>
            </p:cNvPr>
            <p:cNvSpPr/>
            <p:nvPr/>
          </p:nvSpPr>
          <p:spPr>
            <a:xfrm>
              <a:off x="5442040" y="3028890"/>
              <a:ext cx="530225" cy="400110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7" name="CaixaDeTexto 186">
              <a:extLst>
                <a:ext uri="{FF2B5EF4-FFF2-40B4-BE49-F238E27FC236}">
                  <a16:creationId xmlns:a16="http://schemas.microsoft.com/office/drawing/2014/main" id="{4196242D-442B-436E-9566-ACB0B0902B02}"/>
                </a:ext>
              </a:extLst>
            </p:cNvPr>
            <p:cNvSpPr txBox="1"/>
            <p:nvPr/>
          </p:nvSpPr>
          <p:spPr>
            <a:xfrm>
              <a:off x="5407983" y="3028890"/>
              <a:ext cx="594173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000" dirty="0"/>
                <a:t>Módulo</a:t>
              </a:r>
            </a:p>
            <a:p>
              <a:pPr algn="ctr"/>
              <a:r>
                <a:rPr lang="pt-BR" sz="1000" dirty="0"/>
                <a:t>KY-040</a:t>
              </a:r>
            </a:p>
          </p:txBody>
        </p:sp>
      </p:grpSp>
      <p:cxnSp>
        <p:nvCxnSpPr>
          <p:cNvPr id="231" name="Conector reto 134">
            <a:extLst>
              <a:ext uri="{FF2B5EF4-FFF2-40B4-BE49-F238E27FC236}">
                <a16:creationId xmlns:a16="http://schemas.microsoft.com/office/drawing/2014/main" id="{D6E82C7C-E7AD-4F32-9441-ED8343C6D617}"/>
              </a:ext>
            </a:extLst>
          </p:cNvPr>
          <p:cNvCxnSpPr>
            <a:cxnSpLocks/>
            <a:stCxn id="187" idx="2"/>
            <a:endCxn id="120" idx="1"/>
          </p:cNvCxnSpPr>
          <p:nvPr/>
        </p:nvCxnSpPr>
        <p:spPr>
          <a:xfrm rot="16200000" flipH="1">
            <a:off x="2811769" y="3599842"/>
            <a:ext cx="675380" cy="436216"/>
          </a:xfrm>
          <a:prstGeom prst="bentConnector3">
            <a:avLst>
              <a:gd name="adj1" fmla="val 32371"/>
            </a:avLst>
          </a:prstGeom>
          <a:ln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ector reto 134">
            <a:extLst>
              <a:ext uri="{FF2B5EF4-FFF2-40B4-BE49-F238E27FC236}">
                <a16:creationId xmlns:a16="http://schemas.microsoft.com/office/drawing/2014/main" id="{6F5303CA-100C-449C-A8D7-CABAA09EA99F}"/>
              </a:ext>
            </a:extLst>
          </p:cNvPr>
          <p:cNvCxnSpPr>
            <a:cxnSpLocks/>
            <a:stCxn id="181" idx="2"/>
            <a:endCxn id="120" idx="7"/>
          </p:cNvCxnSpPr>
          <p:nvPr/>
        </p:nvCxnSpPr>
        <p:spPr>
          <a:xfrm rot="5400000">
            <a:off x="3525604" y="3488217"/>
            <a:ext cx="675380" cy="659467"/>
          </a:xfrm>
          <a:prstGeom prst="bentConnector3">
            <a:avLst>
              <a:gd name="adj1" fmla="val 33076"/>
            </a:avLst>
          </a:prstGeom>
          <a:ln>
            <a:head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264" name="CaixaDeTexto 263">
            <a:extLst>
              <a:ext uri="{FF2B5EF4-FFF2-40B4-BE49-F238E27FC236}">
                <a16:creationId xmlns:a16="http://schemas.microsoft.com/office/drawing/2014/main" id="{587F1E1E-1E6E-417B-9A5A-69CA3E76471C}"/>
              </a:ext>
            </a:extLst>
          </p:cNvPr>
          <p:cNvSpPr txBox="1"/>
          <p:nvPr/>
        </p:nvSpPr>
        <p:spPr>
          <a:xfrm>
            <a:off x="2290619" y="2182740"/>
            <a:ext cx="74156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/>
              <a:t>Entradas Digitais</a:t>
            </a:r>
          </a:p>
        </p:txBody>
      </p:sp>
      <p:sp>
        <p:nvSpPr>
          <p:cNvPr id="265" name="CaixaDeTexto 264">
            <a:extLst>
              <a:ext uri="{FF2B5EF4-FFF2-40B4-BE49-F238E27FC236}">
                <a16:creationId xmlns:a16="http://schemas.microsoft.com/office/drawing/2014/main" id="{CB395CCB-BF7E-49F0-873A-75B728CD0A1E}"/>
              </a:ext>
            </a:extLst>
          </p:cNvPr>
          <p:cNvSpPr txBox="1"/>
          <p:nvPr/>
        </p:nvSpPr>
        <p:spPr>
          <a:xfrm>
            <a:off x="3303652" y="2182740"/>
            <a:ext cx="518881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/>
              <a:t>Saída PWM</a:t>
            </a:r>
          </a:p>
        </p:txBody>
      </p:sp>
      <p:cxnSp>
        <p:nvCxnSpPr>
          <p:cNvPr id="274" name="Conector reto 134">
            <a:extLst>
              <a:ext uri="{FF2B5EF4-FFF2-40B4-BE49-F238E27FC236}">
                <a16:creationId xmlns:a16="http://schemas.microsoft.com/office/drawing/2014/main" id="{A42009F0-27F8-481F-9A72-651E72CA52D5}"/>
              </a:ext>
            </a:extLst>
          </p:cNvPr>
          <p:cNvCxnSpPr>
            <a:cxnSpLocks/>
            <a:stCxn id="264" idx="2"/>
            <a:endCxn id="187" idx="0"/>
          </p:cNvCxnSpPr>
          <p:nvPr/>
        </p:nvCxnSpPr>
        <p:spPr>
          <a:xfrm rot="16200000" flipH="1">
            <a:off x="2527672" y="2676471"/>
            <a:ext cx="537410" cy="269948"/>
          </a:xfrm>
          <a:prstGeom prst="bentConnector3">
            <a:avLst>
              <a:gd name="adj1" fmla="val 50000"/>
            </a:avLst>
          </a:prstGeom>
          <a:ln>
            <a:head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317" name="CaixaDeTexto 316">
            <a:extLst>
              <a:ext uri="{FF2B5EF4-FFF2-40B4-BE49-F238E27FC236}">
                <a16:creationId xmlns:a16="http://schemas.microsoft.com/office/drawing/2014/main" id="{BD692330-A565-464E-B088-6AA07CB1BBA8}"/>
              </a:ext>
            </a:extLst>
          </p:cNvPr>
          <p:cNvSpPr txBox="1"/>
          <p:nvPr/>
        </p:nvSpPr>
        <p:spPr>
          <a:xfrm>
            <a:off x="3353659" y="3058107"/>
            <a:ext cx="180845" cy="72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pt-BR" sz="600" dirty="0"/>
              <a:t>A</a:t>
            </a:r>
          </a:p>
        </p:txBody>
      </p:sp>
      <p:sp>
        <p:nvSpPr>
          <p:cNvPr id="318" name="CaixaDeTexto 317">
            <a:extLst>
              <a:ext uri="{FF2B5EF4-FFF2-40B4-BE49-F238E27FC236}">
                <a16:creationId xmlns:a16="http://schemas.microsoft.com/office/drawing/2014/main" id="{AE35964F-2FA3-4D3F-BB7B-0CFAA34F9097}"/>
              </a:ext>
            </a:extLst>
          </p:cNvPr>
          <p:cNvSpPr txBox="1"/>
          <p:nvPr/>
        </p:nvSpPr>
        <p:spPr>
          <a:xfrm>
            <a:off x="3588993" y="3058107"/>
            <a:ext cx="180845" cy="7200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anchorCtr="0">
            <a:spAutoFit/>
          </a:bodyPr>
          <a:lstStyle/>
          <a:p>
            <a:pPr algn="ctr"/>
            <a:r>
              <a:rPr lang="pt-BR" sz="600" dirty="0"/>
              <a:t>B</a:t>
            </a:r>
          </a:p>
        </p:txBody>
      </p:sp>
      <p:cxnSp>
        <p:nvCxnSpPr>
          <p:cNvPr id="326" name="Conector reto 134">
            <a:extLst>
              <a:ext uri="{FF2B5EF4-FFF2-40B4-BE49-F238E27FC236}">
                <a16:creationId xmlns:a16="http://schemas.microsoft.com/office/drawing/2014/main" id="{BFC30C95-0E62-4F5A-9C3F-08033FFE8B12}"/>
              </a:ext>
            </a:extLst>
          </p:cNvPr>
          <p:cNvCxnSpPr>
            <a:cxnSpLocks/>
            <a:stCxn id="317" idx="0"/>
            <a:endCxn id="265" idx="2"/>
          </p:cNvCxnSpPr>
          <p:nvPr/>
        </p:nvCxnSpPr>
        <p:spPr>
          <a:xfrm rot="5400000" flipH="1" flipV="1">
            <a:off x="3245904" y="2740919"/>
            <a:ext cx="515367" cy="119011"/>
          </a:xfrm>
          <a:prstGeom prst="bentConnector3">
            <a:avLst>
              <a:gd name="adj1" fmla="val 50000"/>
            </a:avLst>
          </a:prstGeom>
          <a:ln>
            <a:head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pic>
        <p:nvPicPr>
          <p:cNvPr id="344" name="Imagem 343">
            <a:extLst>
              <a:ext uri="{FF2B5EF4-FFF2-40B4-BE49-F238E27FC236}">
                <a16:creationId xmlns:a16="http://schemas.microsoft.com/office/drawing/2014/main" id="{4EFC4CD4-0E76-45B7-BF72-DE32FFA1BB2E}"/>
              </a:ext>
            </a:extLst>
          </p:cNvPr>
          <p:cNvPicPr/>
          <p:nvPr/>
        </p:nvPicPr>
        <p:blipFill>
          <a:blip r:embed="rId3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100000"/>
                    </a14:imgEffect>
                    <a14:imgEffect>
                      <a14:saturation sat="0"/>
                    </a14:imgEffect>
                    <a14:imgEffect>
                      <a14:brightnessContrast contras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1362" y="1774742"/>
            <a:ext cx="633107" cy="565783"/>
          </a:xfrm>
          <a:prstGeom prst="rect">
            <a:avLst/>
          </a:prstGeom>
          <a:noFill/>
          <a:ln cap="sq">
            <a:solidFill>
              <a:schemeClr val="dk1"/>
            </a:solidFill>
          </a:ln>
        </p:spPr>
      </p:pic>
      <p:cxnSp>
        <p:nvCxnSpPr>
          <p:cNvPr id="346" name="Conector de Seta Reta 345">
            <a:extLst>
              <a:ext uri="{FF2B5EF4-FFF2-40B4-BE49-F238E27FC236}">
                <a16:creationId xmlns:a16="http://schemas.microsoft.com/office/drawing/2014/main" id="{26C63C11-978F-4BED-8761-BF2E1F86BB71}"/>
              </a:ext>
            </a:extLst>
          </p:cNvPr>
          <p:cNvCxnSpPr/>
          <p:nvPr/>
        </p:nvCxnSpPr>
        <p:spPr>
          <a:xfrm>
            <a:off x="4819113" y="2057633"/>
            <a:ext cx="821076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47" name="CaixaDeTexto 346">
            <a:extLst>
              <a:ext uri="{FF2B5EF4-FFF2-40B4-BE49-F238E27FC236}">
                <a16:creationId xmlns:a16="http://schemas.microsoft.com/office/drawing/2014/main" id="{720E957E-D987-425C-A06A-50DE57F91E86}"/>
              </a:ext>
            </a:extLst>
          </p:cNvPr>
          <p:cNvSpPr txBox="1"/>
          <p:nvPr/>
        </p:nvSpPr>
        <p:spPr>
          <a:xfrm>
            <a:off x="5520240" y="2279224"/>
            <a:ext cx="8953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/>
              <a:t>Supervisório</a:t>
            </a:r>
          </a:p>
        </p:txBody>
      </p:sp>
      <p:sp>
        <p:nvSpPr>
          <p:cNvPr id="348" name="CaixaDeTexto 347">
            <a:extLst>
              <a:ext uri="{FF2B5EF4-FFF2-40B4-BE49-F238E27FC236}">
                <a16:creationId xmlns:a16="http://schemas.microsoft.com/office/drawing/2014/main" id="{26C47521-9714-425F-8934-DE328A5B66E3}"/>
              </a:ext>
            </a:extLst>
          </p:cNvPr>
          <p:cNvSpPr txBox="1"/>
          <p:nvPr/>
        </p:nvSpPr>
        <p:spPr>
          <a:xfrm>
            <a:off x="4906311" y="1874610"/>
            <a:ext cx="64668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800" dirty="0"/>
              <a:t>Serial/USB</a:t>
            </a:r>
          </a:p>
        </p:txBody>
      </p:sp>
      <p:sp>
        <p:nvSpPr>
          <p:cNvPr id="111" name="CaixaDeTexto 110">
            <a:extLst>
              <a:ext uri="{FF2B5EF4-FFF2-40B4-BE49-F238E27FC236}">
                <a16:creationId xmlns:a16="http://schemas.microsoft.com/office/drawing/2014/main" id="{87F6677D-1CE9-451F-AEBE-EC6B6ECAC10F}"/>
              </a:ext>
            </a:extLst>
          </p:cNvPr>
          <p:cNvSpPr txBox="1"/>
          <p:nvPr/>
        </p:nvSpPr>
        <p:spPr>
          <a:xfrm>
            <a:off x="4088719" y="2182740"/>
            <a:ext cx="741567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/>
              <a:t>Interface I2C</a:t>
            </a:r>
          </a:p>
        </p:txBody>
      </p:sp>
      <p:cxnSp>
        <p:nvCxnSpPr>
          <p:cNvPr id="117" name="Conector reto 134">
            <a:extLst>
              <a:ext uri="{FF2B5EF4-FFF2-40B4-BE49-F238E27FC236}">
                <a16:creationId xmlns:a16="http://schemas.microsoft.com/office/drawing/2014/main" id="{CA2FB26E-1161-4043-A9B2-FE7B95CF5C04}"/>
              </a:ext>
            </a:extLst>
          </p:cNvPr>
          <p:cNvCxnSpPr>
            <a:cxnSpLocks/>
            <a:stCxn id="111" idx="2"/>
            <a:endCxn id="180" idx="0"/>
          </p:cNvCxnSpPr>
          <p:nvPr/>
        </p:nvCxnSpPr>
        <p:spPr>
          <a:xfrm rot="5400000">
            <a:off x="4058602" y="2679249"/>
            <a:ext cx="537410" cy="264393"/>
          </a:xfrm>
          <a:prstGeom prst="bentConnector3">
            <a:avLst>
              <a:gd name="adj1" fmla="val 50000"/>
            </a:avLst>
          </a:prstGeom>
          <a:ln>
            <a:head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21" name="Conector reto 134">
            <a:extLst>
              <a:ext uri="{FF2B5EF4-FFF2-40B4-BE49-F238E27FC236}">
                <a16:creationId xmlns:a16="http://schemas.microsoft.com/office/drawing/2014/main" id="{89BDCF45-183B-4E4D-9529-5E7865BDA249}"/>
              </a:ext>
            </a:extLst>
          </p:cNvPr>
          <p:cNvCxnSpPr>
            <a:cxnSpLocks/>
          </p:cNvCxnSpPr>
          <p:nvPr/>
        </p:nvCxnSpPr>
        <p:spPr>
          <a:xfrm>
            <a:off x="4682942" y="4130754"/>
            <a:ext cx="1644" cy="61516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24" name="CaixaDeTexto 123">
            <a:extLst>
              <a:ext uri="{FF2B5EF4-FFF2-40B4-BE49-F238E27FC236}">
                <a16:creationId xmlns:a16="http://schemas.microsoft.com/office/drawing/2014/main" id="{32124902-116F-4582-8DA4-C10F299629AA}"/>
              </a:ext>
            </a:extLst>
          </p:cNvPr>
          <p:cNvSpPr txBox="1"/>
          <p:nvPr/>
        </p:nvSpPr>
        <p:spPr>
          <a:xfrm>
            <a:off x="4228253" y="3942247"/>
            <a:ext cx="8953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000" dirty="0"/>
              <a:t>+</a:t>
            </a:r>
            <a:r>
              <a:rPr lang="pt-BR" sz="1000" dirty="0" err="1"/>
              <a:t>Vcc</a:t>
            </a:r>
            <a:endParaRPr lang="pt-BR" sz="1000" dirty="0"/>
          </a:p>
        </p:txBody>
      </p:sp>
      <p:pic>
        <p:nvPicPr>
          <p:cNvPr id="41" name="Imagem 40">
            <a:extLst>
              <a:ext uri="{FF2B5EF4-FFF2-40B4-BE49-F238E27FC236}">
                <a16:creationId xmlns:a16="http://schemas.microsoft.com/office/drawing/2014/main" id="{30D7E089-331D-4068-8377-AABAC94F2D1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2501" y="1916046"/>
            <a:ext cx="141587" cy="141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5648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uxograma: Processo 3">
            <a:extLst>
              <a:ext uri="{FF2B5EF4-FFF2-40B4-BE49-F238E27FC236}">
                <a16:creationId xmlns:a16="http://schemas.microsoft.com/office/drawing/2014/main" id="{9EBAE7F4-AEF4-470C-9DF9-BB7ED89DE7C1}"/>
              </a:ext>
            </a:extLst>
          </p:cNvPr>
          <p:cNvSpPr/>
          <p:nvPr/>
        </p:nvSpPr>
        <p:spPr>
          <a:xfrm>
            <a:off x="4181398" y="2901007"/>
            <a:ext cx="653616" cy="408552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/>
              <a:t>PID</a:t>
            </a:r>
          </a:p>
          <a:p>
            <a:pPr algn="ctr"/>
            <a:r>
              <a:rPr lang="pt-BR" sz="800" dirty="0"/>
              <a:t>Torque</a:t>
            </a:r>
            <a:endParaRPr lang="pt-BR" sz="1200" dirty="0"/>
          </a:p>
        </p:txBody>
      </p: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AA709A41-56EC-4327-AE71-2C59BFADF2C5}"/>
              </a:ext>
            </a:extLst>
          </p:cNvPr>
          <p:cNvCxnSpPr>
            <a:cxnSpLocks/>
            <a:stCxn id="2" idx="0"/>
            <a:endCxn id="120" idx="2"/>
          </p:cNvCxnSpPr>
          <p:nvPr/>
        </p:nvCxnSpPr>
        <p:spPr>
          <a:xfrm flipV="1">
            <a:off x="7577156" y="3105283"/>
            <a:ext cx="308352" cy="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F8F2C6EA-A79D-4368-9525-FB7421F54CC9}"/>
              </a:ext>
            </a:extLst>
          </p:cNvPr>
          <p:cNvCxnSpPr>
            <a:cxnSpLocks/>
            <a:stCxn id="120" idx="6"/>
            <a:endCxn id="22" idx="1"/>
          </p:cNvCxnSpPr>
          <p:nvPr/>
        </p:nvCxnSpPr>
        <p:spPr>
          <a:xfrm>
            <a:off x="8152208" y="3105283"/>
            <a:ext cx="308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B0658EEB-8780-4A63-9B14-71C640477836}"/>
              </a:ext>
            </a:extLst>
          </p:cNvPr>
          <p:cNvCxnSpPr>
            <a:cxnSpLocks/>
            <a:stCxn id="21" idx="3"/>
            <a:endCxn id="2" idx="3"/>
          </p:cNvCxnSpPr>
          <p:nvPr/>
        </p:nvCxnSpPr>
        <p:spPr>
          <a:xfrm>
            <a:off x="6560481" y="3105283"/>
            <a:ext cx="662423" cy="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5104C636-4EAB-41E8-B782-5E251991FAFD}"/>
              </a:ext>
            </a:extLst>
          </p:cNvPr>
          <p:cNvCxnSpPr>
            <a:cxnSpLocks/>
            <a:stCxn id="127" idx="0"/>
          </p:cNvCxnSpPr>
          <p:nvPr/>
        </p:nvCxnSpPr>
        <p:spPr>
          <a:xfrm>
            <a:off x="10319298" y="3105337"/>
            <a:ext cx="72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/>
              <p:nvPr/>
            </p:nvSpPr>
            <p:spPr>
              <a:xfrm>
                <a:off x="10604351" y="284315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𝑃𝑉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4351" y="2843159"/>
                <a:ext cx="553758" cy="2769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/>
              <p:nvPr/>
            </p:nvSpPr>
            <p:spPr>
              <a:xfrm>
                <a:off x="7875329" y="217569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5329" y="2175699"/>
                <a:ext cx="553758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CaixaDeTexto 57">
            <a:extLst>
              <a:ext uri="{FF2B5EF4-FFF2-40B4-BE49-F238E27FC236}">
                <a16:creationId xmlns:a16="http://schemas.microsoft.com/office/drawing/2014/main" id="{5F2FB6D9-98FB-48A1-80DE-BDE6A04F07B0}"/>
              </a:ext>
            </a:extLst>
          </p:cNvPr>
          <p:cNvSpPr txBox="1"/>
          <p:nvPr/>
        </p:nvSpPr>
        <p:spPr>
          <a:xfrm>
            <a:off x="5055134" y="3171059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  <p:cxnSp>
        <p:nvCxnSpPr>
          <p:cNvPr id="38" name="Conector: Angulado 37">
            <a:extLst>
              <a:ext uri="{FF2B5EF4-FFF2-40B4-BE49-F238E27FC236}">
                <a16:creationId xmlns:a16="http://schemas.microsoft.com/office/drawing/2014/main" id="{506FC82E-7F01-407A-A5E6-FF230E85A5D0}"/>
              </a:ext>
            </a:extLst>
          </p:cNvPr>
          <p:cNvCxnSpPr>
            <a:cxnSpLocks/>
            <a:stCxn id="118" idx="4"/>
            <a:endCxn id="34" idx="3"/>
          </p:cNvCxnSpPr>
          <p:nvPr/>
        </p:nvCxnSpPr>
        <p:spPr>
          <a:xfrm rot="5400000">
            <a:off x="8293182" y="2412118"/>
            <a:ext cx="624628" cy="205667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9C27D05D-C259-4558-B2FD-24B4E2B79052}"/>
                  </a:ext>
                </a:extLst>
              </p:cNvPr>
              <p:cNvSpPr txBox="1"/>
              <p:nvPr/>
            </p:nvSpPr>
            <p:spPr>
              <a:xfrm>
                <a:off x="9356955" y="284315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9C27D05D-C259-4558-B2FD-24B4E2B79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6955" y="2843159"/>
                <a:ext cx="55375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Fluxograma: Processo 16">
            <a:extLst>
              <a:ext uri="{FF2B5EF4-FFF2-40B4-BE49-F238E27FC236}">
                <a16:creationId xmlns:a16="http://schemas.microsoft.com/office/drawing/2014/main" id="{8F2EE82E-DA94-4F29-B2ED-03458C61F9D9}"/>
              </a:ext>
            </a:extLst>
          </p:cNvPr>
          <p:cNvSpPr/>
          <p:nvPr/>
        </p:nvSpPr>
        <p:spPr>
          <a:xfrm>
            <a:off x="5031732" y="2421541"/>
            <a:ext cx="4706628" cy="1593126"/>
          </a:xfrm>
          <a:prstGeom prst="flowChartProcess">
            <a:avLst/>
          </a:prstGeom>
          <a:noFill/>
          <a:ln w="9525" cap="flat" cmpd="sng" algn="ctr">
            <a:solidFill>
              <a:schemeClr val="dk1"/>
            </a:solidFill>
            <a:prstDash val="lg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 sz="1100" dirty="0">
              <a:ea typeface="Cambria Math" panose="02040503050406030204" pitchFamily="18" charset="0"/>
            </a:endParaRPr>
          </a:p>
        </p:txBody>
      </p:sp>
      <p:sp>
        <p:nvSpPr>
          <p:cNvPr id="18" name="Fluxograma: Processo 17">
            <a:extLst>
              <a:ext uri="{FF2B5EF4-FFF2-40B4-BE49-F238E27FC236}">
                <a16:creationId xmlns:a16="http://schemas.microsoft.com/office/drawing/2014/main" id="{4530A65B-897B-4C79-B974-2C4DEAE71F89}"/>
              </a:ext>
            </a:extLst>
          </p:cNvPr>
          <p:cNvSpPr/>
          <p:nvPr/>
        </p:nvSpPr>
        <p:spPr>
          <a:xfrm>
            <a:off x="2644378" y="2901007"/>
            <a:ext cx="653616" cy="408552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/>
              <a:t>PID</a:t>
            </a:r>
          </a:p>
          <a:p>
            <a:pPr algn="ctr"/>
            <a:r>
              <a:rPr lang="pt-BR" sz="800" dirty="0"/>
              <a:t>Velocidade</a:t>
            </a:r>
            <a:endParaRPr lang="pt-BR" sz="1200" dirty="0"/>
          </a:p>
        </p:txBody>
      </p:sp>
      <p:sp>
        <p:nvSpPr>
          <p:cNvPr id="21" name="Fluxograma: Processo 20">
            <a:extLst>
              <a:ext uri="{FF2B5EF4-FFF2-40B4-BE49-F238E27FC236}">
                <a16:creationId xmlns:a16="http://schemas.microsoft.com/office/drawing/2014/main" id="{69613291-C3C8-4646-A9AD-758E82BDEF86}"/>
              </a:ext>
            </a:extLst>
          </p:cNvPr>
          <p:cNvSpPr/>
          <p:nvPr/>
        </p:nvSpPr>
        <p:spPr>
          <a:xfrm>
            <a:off x="5718418" y="2901007"/>
            <a:ext cx="842063" cy="408552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100" dirty="0">
                <a:ea typeface="Cambria Math" panose="02040503050406030204" pitchFamily="18" charset="0"/>
              </a:rPr>
              <a:t>Circuito Armadura</a:t>
            </a:r>
          </a:p>
        </p:txBody>
      </p:sp>
      <p:sp>
        <p:nvSpPr>
          <p:cNvPr id="22" name="Fluxograma: Processo 21">
            <a:extLst>
              <a:ext uri="{FF2B5EF4-FFF2-40B4-BE49-F238E27FC236}">
                <a16:creationId xmlns:a16="http://schemas.microsoft.com/office/drawing/2014/main" id="{D8EBC4C2-8075-4003-84ED-1E05DC1B43E1}"/>
              </a:ext>
            </a:extLst>
          </p:cNvPr>
          <p:cNvSpPr/>
          <p:nvPr/>
        </p:nvSpPr>
        <p:spPr>
          <a:xfrm>
            <a:off x="8460560" y="2901007"/>
            <a:ext cx="842063" cy="408552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100" dirty="0">
                <a:ea typeface="Cambria Math" panose="02040503050406030204" pitchFamily="18" charset="0"/>
              </a:rPr>
              <a:t>Inércia</a:t>
            </a:r>
          </a:p>
          <a:p>
            <a:pPr algn="ctr"/>
            <a:r>
              <a:rPr lang="pt-BR" sz="1100" dirty="0">
                <a:ea typeface="Cambria Math" panose="02040503050406030204" pitchFamily="18" charset="0"/>
              </a:rPr>
              <a:t>Rotor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ADDD7C2B-A956-4EB7-B23F-EC251CD068DD}"/>
              </a:ext>
            </a:extLst>
          </p:cNvPr>
          <p:cNvGrpSpPr/>
          <p:nvPr/>
        </p:nvGrpSpPr>
        <p:grpSpPr>
          <a:xfrm>
            <a:off x="7222904" y="2966731"/>
            <a:ext cx="354252" cy="277104"/>
            <a:chOff x="5984058" y="2980867"/>
            <a:chExt cx="354252" cy="277104"/>
          </a:xfrm>
        </p:grpSpPr>
        <p:sp>
          <p:nvSpPr>
            <p:cNvPr id="2" name="Triângulo isósceles 1">
              <a:extLst>
                <a:ext uri="{FF2B5EF4-FFF2-40B4-BE49-F238E27FC236}">
                  <a16:creationId xmlns:a16="http://schemas.microsoft.com/office/drawing/2014/main" id="{5B6B83A2-B1CF-4C45-8A0E-B606073AA9C2}"/>
                </a:ext>
              </a:extLst>
            </p:cNvPr>
            <p:cNvSpPr/>
            <p:nvPr/>
          </p:nvSpPr>
          <p:spPr>
            <a:xfrm rot="5400000">
              <a:off x="6022684" y="2942346"/>
              <a:ext cx="276999" cy="354252"/>
            </a:xfrm>
            <a:prstGeom prst="triangle">
              <a:avLst>
                <a:gd name="adj" fmla="val 50000"/>
              </a:avLst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vert="horz" rtlCol="0" anchor="ctr"/>
            <a:lstStyle/>
            <a:p>
              <a:pPr algn="ctr"/>
              <a:endParaRPr lang="pt-BR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103282E2-A77A-437C-8B27-C4D04E31697D}"/>
                    </a:ext>
                  </a:extLst>
                </p:cNvPr>
                <p:cNvSpPr txBox="1"/>
                <p:nvPr/>
              </p:nvSpPr>
              <p:spPr>
                <a:xfrm>
                  <a:off x="6039499" y="2980867"/>
                  <a:ext cx="180000" cy="24622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pt-BR" sz="1000" i="1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103282E2-A77A-437C-8B27-C4D04E3169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39499" y="2980867"/>
                  <a:ext cx="180000" cy="246221"/>
                </a:xfrm>
                <a:prstGeom prst="rect">
                  <a:avLst/>
                </a:prstGeom>
                <a:blipFill>
                  <a:blip r:embed="rId5"/>
                  <a:stretch>
                    <a:fillRect l="-241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3" name="Agrupar 32">
            <a:extLst>
              <a:ext uri="{FF2B5EF4-FFF2-40B4-BE49-F238E27FC236}">
                <a16:creationId xmlns:a16="http://schemas.microsoft.com/office/drawing/2014/main" id="{2B83928A-A094-4FFE-8B41-47B6E5F43934}"/>
              </a:ext>
            </a:extLst>
          </p:cNvPr>
          <p:cNvGrpSpPr/>
          <p:nvPr/>
        </p:nvGrpSpPr>
        <p:grpSpPr>
          <a:xfrm flipH="1">
            <a:off x="7222904" y="3614270"/>
            <a:ext cx="354252" cy="276999"/>
            <a:chOff x="5984058" y="2980972"/>
            <a:chExt cx="354252" cy="276999"/>
          </a:xfrm>
        </p:grpSpPr>
        <p:sp>
          <p:nvSpPr>
            <p:cNvPr id="34" name="Triângulo isósceles 33">
              <a:extLst>
                <a:ext uri="{FF2B5EF4-FFF2-40B4-BE49-F238E27FC236}">
                  <a16:creationId xmlns:a16="http://schemas.microsoft.com/office/drawing/2014/main" id="{D15A41B9-F6FC-4CC0-8128-91631B2D8026}"/>
                </a:ext>
              </a:extLst>
            </p:cNvPr>
            <p:cNvSpPr/>
            <p:nvPr/>
          </p:nvSpPr>
          <p:spPr>
            <a:xfrm rot="5400000">
              <a:off x="6022684" y="2942346"/>
              <a:ext cx="276999" cy="354252"/>
            </a:xfrm>
            <a:prstGeom prst="triangle">
              <a:avLst>
                <a:gd name="adj" fmla="val 50000"/>
              </a:avLst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vert="horz" rtlCol="0" anchor="ctr"/>
            <a:lstStyle/>
            <a:p>
              <a:pPr algn="ctr"/>
              <a:endParaRPr lang="pt-BR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CaixaDeTexto 36">
                  <a:extLst>
                    <a:ext uri="{FF2B5EF4-FFF2-40B4-BE49-F238E27FC236}">
                      <a16:creationId xmlns:a16="http://schemas.microsoft.com/office/drawing/2014/main" id="{6CAF389B-A7F3-42A4-AB66-F769226AA4EC}"/>
                    </a:ext>
                  </a:extLst>
                </p:cNvPr>
                <p:cNvSpPr txBox="1"/>
                <p:nvPr/>
              </p:nvSpPr>
              <p:spPr>
                <a:xfrm>
                  <a:off x="6012203" y="3001339"/>
                  <a:ext cx="180000" cy="24622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</m:oMath>
                    </m:oMathPara>
                  </a14:m>
                  <a:endParaRPr lang="pt-BR" sz="1000" i="1" dirty="0"/>
                </a:p>
              </p:txBody>
            </p:sp>
          </mc:Choice>
          <mc:Fallback xmlns="">
            <p:sp>
              <p:nvSpPr>
                <p:cNvPr id="37" name="CaixaDeTexto 36">
                  <a:extLst>
                    <a:ext uri="{FF2B5EF4-FFF2-40B4-BE49-F238E27FC236}">
                      <a16:creationId xmlns:a16="http://schemas.microsoft.com/office/drawing/2014/main" id="{6CAF389B-A7F3-42A4-AB66-F769226AA4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203" y="3001339"/>
                  <a:ext cx="180000" cy="246221"/>
                </a:xfrm>
                <a:prstGeom prst="rect">
                  <a:avLst/>
                </a:prstGeom>
                <a:blipFill>
                  <a:blip r:embed="rId6"/>
                  <a:stretch>
                    <a:fillRect l="-2758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5" name="Conector: Angulado 44">
            <a:extLst>
              <a:ext uri="{FF2B5EF4-FFF2-40B4-BE49-F238E27FC236}">
                <a16:creationId xmlns:a16="http://schemas.microsoft.com/office/drawing/2014/main" id="{97C7F3CF-C130-49DD-B1AB-E03BDF3A599E}"/>
              </a:ext>
            </a:extLst>
          </p:cNvPr>
          <p:cNvCxnSpPr>
            <a:cxnSpLocks/>
            <a:stCxn id="106" idx="0"/>
            <a:endCxn id="46" idx="0"/>
          </p:cNvCxnSpPr>
          <p:nvPr/>
        </p:nvCxnSpPr>
        <p:spPr>
          <a:xfrm rot="16200000" flipV="1">
            <a:off x="5260450" y="1451180"/>
            <a:ext cx="110491" cy="3151997"/>
          </a:xfrm>
          <a:prstGeom prst="bentConnector3">
            <a:avLst>
              <a:gd name="adj1" fmla="val 48620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Fluxograma: Conector 45">
            <a:extLst>
              <a:ext uri="{FF2B5EF4-FFF2-40B4-BE49-F238E27FC236}">
                <a16:creationId xmlns:a16="http://schemas.microsoft.com/office/drawing/2014/main" id="{4B1F29EE-6D1C-48B6-88F1-122448F36195}"/>
              </a:ext>
            </a:extLst>
          </p:cNvPr>
          <p:cNvSpPr/>
          <p:nvPr/>
        </p:nvSpPr>
        <p:spPr>
          <a:xfrm>
            <a:off x="3606346" y="2971933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48" name="Conector de Seta Reta 47">
            <a:extLst>
              <a:ext uri="{FF2B5EF4-FFF2-40B4-BE49-F238E27FC236}">
                <a16:creationId xmlns:a16="http://schemas.microsoft.com/office/drawing/2014/main" id="{D30A914D-EFF4-4726-B63B-9BDA5E13EAB4}"/>
              </a:ext>
            </a:extLst>
          </p:cNvPr>
          <p:cNvCxnSpPr>
            <a:cxnSpLocks/>
            <a:stCxn id="4" idx="3"/>
            <a:endCxn id="60" idx="2"/>
          </p:cNvCxnSpPr>
          <p:nvPr/>
        </p:nvCxnSpPr>
        <p:spPr>
          <a:xfrm>
            <a:off x="4835014" y="3105283"/>
            <a:ext cx="308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Conector de Seta Reta 48">
            <a:extLst>
              <a:ext uri="{FF2B5EF4-FFF2-40B4-BE49-F238E27FC236}">
                <a16:creationId xmlns:a16="http://schemas.microsoft.com/office/drawing/2014/main" id="{7A54F409-F165-4D38-ADF2-66C69E31F9DC}"/>
              </a:ext>
            </a:extLst>
          </p:cNvPr>
          <p:cNvCxnSpPr>
            <a:cxnSpLocks/>
            <a:stCxn id="22" idx="3"/>
            <a:endCxn id="127" idx="3"/>
          </p:cNvCxnSpPr>
          <p:nvPr/>
        </p:nvCxnSpPr>
        <p:spPr>
          <a:xfrm>
            <a:off x="9302623" y="3105283"/>
            <a:ext cx="662423" cy="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Fluxograma: Conector 59">
            <a:extLst>
              <a:ext uri="{FF2B5EF4-FFF2-40B4-BE49-F238E27FC236}">
                <a16:creationId xmlns:a16="http://schemas.microsoft.com/office/drawing/2014/main" id="{6645B4E6-4846-43DC-80C5-4B904FE7FFEA}"/>
              </a:ext>
            </a:extLst>
          </p:cNvPr>
          <p:cNvSpPr/>
          <p:nvPr/>
        </p:nvSpPr>
        <p:spPr>
          <a:xfrm>
            <a:off x="5143366" y="2971933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sp>
        <p:nvSpPr>
          <p:cNvPr id="65" name="Fluxograma: Conector 64">
            <a:extLst>
              <a:ext uri="{FF2B5EF4-FFF2-40B4-BE49-F238E27FC236}">
                <a16:creationId xmlns:a16="http://schemas.microsoft.com/office/drawing/2014/main" id="{9208D957-A46A-4FE4-B7F8-4640379B73D8}"/>
              </a:ext>
            </a:extLst>
          </p:cNvPr>
          <p:cNvSpPr/>
          <p:nvPr/>
        </p:nvSpPr>
        <p:spPr>
          <a:xfrm>
            <a:off x="1271246" y="2971933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68" name="Conector de Seta Reta 67">
            <a:extLst>
              <a:ext uri="{FF2B5EF4-FFF2-40B4-BE49-F238E27FC236}">
                <a16:creationId xmlns:a16="http://schemas.microsoft.com/office/drawing/2014/main" id="{410E2196-D9A9-4791-8C09-9A37B3774AB3}"/>
              </a:ext>
            </a:extLst>
          </p:cNvPr>
          <p:cNvCxnSpPr>
            <a:cxnSpLocks/>
            <a:stCxn id="60" idx="6"/>
            <a:endCxn id="21" idx="1"/>
          </p:cNvCxnSpPr>
          <p:nvPr/>
        </p:nvCxnSpPr>
        <p:spPr>
          <a:xfrm>
            <a:off x="5410066" y="3105283"/>
            <a:ext cx="308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Conector: Angulado 101">
            <a:extLst>
              <a:ext uri="{FF2B5EF4-FFF2-40B4-BE49-F238E27FC236}">
                <a16:creationId xmlns:a16="http://schemas.microsoft.com/office/drawing/2014/main" id="{E350FE73-F15F-48D6-B906-B4845E0FC1B2}"/>
              </a:ext>
            </a:extLst>
          </p:cNvPr>
          <p:cNvCxnSpPr>
            <a:cxnSpLocks/>
            <a:stCxn id="34" idx="0"/>
            <a:endCxn id="60" idx="4"/>
          </p:cNvCxnSpPr>
          <p:nvPr/>
        </p:nvCxnSpPr>
        <p:spPr>
          <a:xfrm rot="10800000">
            <a:off x="5276717" y="3238633"/>
            <a:ext cx="1946189" cy="51413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Elipse 105">
            <a:extLst>
              <a:ext uri="{FF2B5EF4-FFF2-40B4-BE49-F238E27FC236}">
                <a16:creationId xmlns:a16="http://schemas.microsoft.com/office/drawing/2014/main" id="{5342148D-819F-4013-91BE-88E4976D1EA2}"/>
              </a:ext>
            </a:extLst>
          </p:cNvPr>
          <p:cNvSpPr/>
          <p:nvPr/>
        </p:nvSpPr>
        <p:spPr>
          <a:xfrm>
            <a:off x="6868833" y="3082424"/>
            <a:ext cx="45719" cy="45719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110" name="Conector: Angulado 109">
            <a:extLst>
              <a:ext uri="{FF2B5EF4-FFF2-40B4-BE49-F238E27FC236}">
                <a16:creationId xmlns:a16="http://schemas.microsoft.com/office/drawing/2014/main" id="{FA629322-5B89-4553-A18D-0A8F313CBDB7}"/>
              </a:ext>
            </a:extLst>
          </p:cNvPr>
          <p:cNvCxnSpPr>
            <a:cxnSpLocks/>
            <a:stCxn id="145" idx="4"/>
            <a:endCxn id="65" idx="4"/>
          </p:cNvCxnSpPr>
          <p:nvPr/>
        </p:nvCxnSpPr>
        <p:spPr>
          <a:xfrm rot="5400000">
            <a:off x="5972307" y="-1439568"/>
            <a:ext cx="110490" cy="9245912"/>
          </a:xfrm>
          <a:prstGeom prst="bentConnector3">
            <a:avLst>
              <a:gd name="adj1" fmla="val 872414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4" name="CaixaDeTexto 113">
            <a:extLst>
              <a:ext uri="{FF2B5EF4-FFF2-40B4-BE49-F238E27FC236}">
                <a16:creationId xmlns:a16="http://schemas.microsoft.com/office/drawing/2014/main" id="{95398588-20C3-49A1-9E44-B7D2486BAB32}"/>
              </a:ext>
            </a:extLst>
          </p:cNvPr>
          <p:cNvSpPr txBox="1"/>
          <p:nvPr/>
        </p:nvSpPr>
        <p:spPr>
          <a:xfrm>
            <a:off x="3684989" y="2732299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  <p:sp>
        <p:nvSpPr>
          <p:cNvPr id="115" name="CaixaDeTexto 114">
            <a:extLst>
              <a:ext uri="{FF2B5EF4-FFF2-40B4-BE49-F238E27FC236}">
                <a16:creationId xmlns:a16="http://schemas.microsoft.com/office/drawing/2014/main" id="{1A2B9167-8DB6-4743-A570-ECAE02716F5D}"/>
              </a:ext>
            </a:extLst>
          </p:cNvPr>
          <p:cNvSpPr txBox="1"/>
          <p:nvPr/>
        </p:nvSpPr>
        <p:spPr>
          <a:xfrm>
            <a:off x="1207878" y="3163458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CaixaDeTexto 115">
                <a:extLst>
                  <a:ext uri="{FF2B5EF4-FFF2-40B4-BE49-F238E27FC236}">
                    <a16:creationId xmlns:a16="http://schemas.microsoft.com/office/drawing/2014/main" id="{D43D7A3E-C647-4C5F-9233-9DFFA07E606D}"/>
                  </a:ext>
                </a:extLst>
              </p:cNvPr>
              <p:cNvSpPr txBox="1"/>
              <p:nvPr/>
            </p:nvSpPr>
            <p:spPr>
              <a:xfrm>
                <a:off x="439032" y="284315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𝑆𝑃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16" name="CaixaDeTexto 115">
                <a:extLst>
                  <a:ext uri="{FF2B5EF4-FFF2-40B4-BE49-F238E27FC236}">
                    <a16:creationId xmlns:a16="http://schemas.microsoft.com/office/drawing/2014/main" id="{D43D7A3E-C647-4C5F-9233-9DFFA07E6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9032" y="2843159"/>
                <a:ext cx="553758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" name="CaixaDeTexto 116">
            <a:extLst>
              <a:ext uri="{FF2B5EF4-FFF2-40B4-BE49-F238E27FC236}">
                <a16:creationId xmlns:a16="http://schemas.microsoft.com/office/drawing/2014/main" id="{5F975BFF-9A69-4AEE-8D42-72AFD846EF50}"/>
              </a:ext>
            </a:extLst>
          </p:cNvPr>
          <p:cNvSpPr txBox="1"/>
          <p:nvPr/>
        </p:nvSpPr>
        <p:spPr>
          <a:xfrm>
            <a:off x="7082682" y="2367506"/>
            <a:ext cx="612000" cy="276999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pt-BR" sz="1200" dirty="0"/>
              <a:t>Motor</a:t>
            </a:r>
          </a:p>
        </p:txBody>
      </p:sp>
      <p:sp>
        <p:nvSpPr>
          <p:cNvPr id="118" name="Elipse 117">
            <a:extLst>
              <a:ext uri="{FF2B5EF4-FFF2-40B4-BE49-F238E27FC236}">
                <a16:creationId xmlns:a16="http://schemas.microsoft.com/office/drawing/2014/main" id="{FB40C0B3-BD08-4BF0-A0BB-D8B592311D3D}"/>
              </a:ext>
            </a:extLst>
          </p:cNvPr>
          <p:cNvSpPr/>
          <p:nvPr/>
        </p:nvSpPr>
        <p:spPr>
          <a:xfrm>
            <a:off x="9610975" y="3082424"/>
            <a:ext cx="45719" cy="45719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0" name="Fluxograma: Conector 119">
            <a:extLst>
              <a:ext uri="{FF2B5EF4-FFF2-40B4-BE49-F238E27FC236}">
                <a16:creationId xmlns:a16="http://schemas.microsoft.com/office/drawing/2014/main" id="{389FB635-19F3-4846-9EBF-A30466C6D664}"/>
              </a:ext>
            </a:extLst>
          </p:cNvPr>
          <p:cNvSpPr/>
          <p:nvPr/>
        </p:nvSpPr>
        <p:spPr>
          <a:xfrm>
            <a:off x="7885508" y="2971933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126" name="Agrupar 125">
            <a:extLst>
              <a:ext uri="{FF2B5EF4-FFF2-40B4-BE49-F238E27FC236}">
                <a16:creationId xmlns:a16="http://schemas.microsoft.com/office/drawing/2014/main" id="{CF465DAB-06AB-4BDD-A0D4-8F218C1762AD}"/>
              </a:ext>
            </a:extLst>
          </p:cNvPr>
          <p:cNvGrpSpPr/>
          <p:nvPr/>
        </p:nvGrpSpPr>
        <p:grpSpPr>
          <a:xfrm>
            <a:off x="9965046" y="2966731"/>
            <a:ext cx="354252" cy="277104"/>
            <a:chOff x="5984058" y="2980867"/>
            <a:chExt cx="354252" cy="277104"/>
          </a:xfrm>
        </p:grpSpPr>
        <p:sp>
          <p:nvSpPr>
            <p:cNvPr id="127" name="Triângulo isósceles 126">
              <a:extLst>
                <a:ext uri="{FF2B5EF4-FFF2-40B4-BE49-F238E27FC236}">
                  <a16:creationId xmlns:a16="http://schemas.microsoft.com/office/drawing/2014/main" id="{3419B485-25B6-4D43-97AD-E5B2319CEF87}"/>
                </a:ext>
              </a:extLst>
            </p:cNvPr>
            <p:cNvSpPr/>
            <p:nvPr/>
          </p:nvSpPr>
          <p:spPr>
            <a:xfrm rot="5400000">
              <a:off x="6022684" y="2942346"/>
              <a:ext cx="276999" cy="354252"/>
            </a:xfrm>
            <a:prstGeom prst="triangle">
              <a:avLst>
                <a:gd name="adj" fmla="val 50000"/>
              </a:avLst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vert="horz" rtlCol="0" anchor="ctr"/>
            <a:lstStyle/>
            <a:p>
              <a:pPr algn="ctr"/>
              <a:endParaRPr lang="pt-BR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CaixaDeTexto 127">
                  <a:extLst>
                    <a:ext uri="{FF2B5EF4-FFF2-40B4-BE49-F238E27FC236}">
                      <a16:creationId xmlns:a16="http://schemas.microsoft.com/office/drawing/2014/main" id="{189B47CF-1A63-4477-94BC-27723FDDFCFC}"/>
                    </a:ext>
                  </a:extLst>
                </p:cNvPr>
                <p:cNvSpPr txBox="1"/>
                <p:nvPr/>
              </p:nvSpPr>
              <p:spPr>
                <a:xfrm>
                  <a:off x="6039499" y="2980867"/>
                  <a:ext cx="180000" cy="24622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sub>
                        </m:sSub>
                      </m:oMath>
                    </m:oMathPara>
                  </a14:m>
                  <a:endParaRPr lang="pt-BR" sz="1000" i="1" dirty="0"/>
                </a:p>
              </p:txBody>
            </p:sp>
          </mc:Choice>
          <mc:Fallback xmlns="">
            <p:sp>
              <p:nvSpPr>
                <p:cNvPr id="128" name="CaixaDeTexto 127">
                  <a:extLst>
                    <a:ext uri="{FF2B5EF4-FFF2-40B4-BE49-F238E27FC236}">
                      <a16:creationId xmlns:a16="http://schemas.microsoft.com/office/drawing/2014/main" id="{189B47CF-1A63-4477-94BC-27723FDDFC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39499" y="2980867"/>
                  <a:ext cx="180000" cy="246221"/>
                </a:xfrm>
                <a:prstGeom prst="rect">
                  <a:avLst/>
                </a:prstGeom>
                <a:blipFill>
                  <a:blip r:embed="rId8"/>
                  <a:stretch>
                    <a:fillRect l="-241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45" name="Elipse 144">
            <a:extLst>
              <a:ext uri="{FF2B5EF4-FFF2-40B4-BE49-F238E27FC236}">
                <a16:creationId xmlns:a16="http://schemas.microsoft.com/office/drawing/2014/main" id="{440E041C-A2D1-424A-AED6-EE847DDC8C07}"/>
              </a:ext>
            </a:extLst>
          </p:cNvPr>
          <p:cNvSpPr/>
          <p:nvPr/>
        </p:nvSpPr>
        <p:spPr>
          <a:xfrm>
            <a:off x="10627648" y="3082424"/>
            <a:ext cx="45719" cy="45719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grpSp>
        <p:nvGrpSpPr>
          <p:cNvPr id="146" name="Agrupar 145">
            <a:extLst>
              <a:ext uri="{FF2B5EF4-FFF2-40B4-BE49-F238E27FC236}">
                <a16:creationId xmlns:a16="http://schemas.microsoft.com/office/drawing/2014/main" id="{F339D9E1-5FB1-4067-83FA-4E519B267B23}"/>
              </a:ext>
            </a:extLst>
          </p:cNvPr>
          <p:cNvGrpSpPr/>
          <p:nvPr/>
        </p:nvGrpSpPr>
        <p:grpSpPr>
          <a:xfrm>
            <a:off x="1979650" y="2966784"/>
            <a:ext cx="354252" cy="276999"/>
            <a:chOff x="5984058" y="2980972"/>
            <a:chExt cx="354252" cy="276999"/>
          </a:xfrm>
        </p:grpSpPr>
        <p:sp>
          <p:nvSpPr>
            <p:cNvPr id="147" name="Triângulo isósceles 146">
              <a:extLst>
                <a:ext uri="{FF2B5EF4-FFF2-40B4-BE49-F238E27FC236}">
                  <a16:creationId xmlns:a16="http://schemas.microsoft.com/office/drawing/2014/main" id="{21B3BF60-BA97-450D-8E7A-FA7EEB9B0B39}"/>
                </a:ext>
              </a:extLst>
            </p:cNvPr>
            <p:cNvSpPr/>
            <p:nvPr/>
          </p:nvSpPr>
          <p:spPr>
            <a:xfrm rot="5400000">
              <a:off x="6022684" y="2942346"/>
              <a:ext cx="276999" cy="354252"/>
            </a:xfrm>
            <a:prstGeom prst="triangle">
              <a:avLst>
                <a:gd name="adj" fmla="val 50000"/>
              </a:avLst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vert="horz" rtlCol="0" anchor="ctr"/>
            <a:lstStyle/>
            <a:p>
              <a:pPr algn="ctr"/>
              <a:endParaRPr lang="pt-BR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CaixaDeTexto 147">
                  <a:extLst>
                    <a:ext uri="{FF2B5EF4-FFF2-40B4-BE49-F238E27FC236}">
                      <a16:creationId xmlns:a16="http://schemas.microsoft.com/office/drawing/2014/main" id="{F4B3A591-2A91-457B-8FCD-613692BEE1E6}"/>
                    </a:ext>
                  </a:extLst>
                </p:cNvPr>
                <p:cNvSpPr txBox="1"/>
                <p:nvPr/>
              </p:nvSpPr>
              <p:spPr>
                <a:xfrm>
                  <a:off x="6039499" y="2996255"/>
                  <a:ext cx="180000" cy="215444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f>
                          <m:fPr>
                            <m:type m:val="lin"/>
                            <m:ctrlPr>
                              <a:rPr lang="pt-BR" sz="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pt-BR" sz="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800" i="1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pt-BR" sz="800" i="1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pt-BR" sz="1000" i="1" dirty="0"/>
                </a:p>
              </p:txBody>
            </p:sp>
          </mc:Choice>
          <mc:Fallback xmlns="">
            <p:sp>
              <p:nvSpPr>
                <p:cNvPr id="148" name="CaixaDeTexto 147">
                  <a:extLst>
                    <a:ext uri="{FF2B5EF4-FFF2-40B4-BE49-F238E27FC236}">
                      <a16:creationId xmlns:a16="http://schemas.microsoft.com/office/drawing/2014/main" id="{F4B3A591-2A91-457B-8FCD-613692BEE1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39499" y="2996255"/>
                  <a:ext cx="180000" cy="215444"/>
                </a:xfrm>
                <a:prstGeom prst="rect">
                  <a:avLst/>
                </a:prstGeom>
                <a:blipFill>
                  <a:blip r:embed="rId9"/>
                  <a:stretch>
                    <a:fillRect l="-96552" t="-72222" r="-20690" b="-12222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64" name="Conector de Seta Reta 163">
            <a:extLst>
              <a:ext uri="{FF2B5EF4-FFF2-40B4-BE49-F238E27FC236}">
                <a16:creationId xmlns:a16="http://schemas.microsoft.com/office/drawing/2014/main" id="{92888E5F-2D9F-44AD-BF03-7DF1B7C9D7F5}"/>
              </a:ext>
            </a:extLst>
          </p:cNvPr>
          <p:cNvCxnSpPr>
            <a:cxnSpLocks/>
            <a:stCxn id="46" idx="6"/>
            <a:endCxn id="4" idx="1"/>
          </p:cNvCxnSpPr>
          <p:nvPr/>
        </p:nvCxnSpPr>
        <p:spPr>
          <a:xfrm>
            <a:off x="3873046" y="3105283"/>
            <a:ext cx="308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66795FAE-32CE-471E-A8EF-F055AD087F4B}"/>
              </a:ext>
            </a:extLst>
          </p:cNvPr>
          <p:cNvCxnSpPr>
            <a:cxnSpLocks/>
            <a:stCxn id="18" idx="3"/>
            <a:endCxn id="46" idx="2"/>
          </p:cNvCxnSpPr>
          <p:nvPr/>
        </p:nvCxnSpPr>
        <p:spPr>
          <a:xfrm>
            <a:off x="3297994" y="3105283"/>
            <a:ext cx="308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Conector de Seta Reta 169">
            <a:extLst>
              <a:ext uri="{FF2B5EF4-FFF2-40B4-BE49-F238E27FC236}">
                <a16:creationId xmlns:a16="http://schemas.microsoft.com/office/drawing/2014/main" id="{A12D18E7-B8B9-4417-91EB-6A2834402CFC}"/>
              </a:ext>
            </a:extLst>
          </p:cNvPr>
          <p:cNvCxnSpPr>
            <a:cxnSpLocks/>
            <a:stCxn id="147" idx="0"/>
            <a:endCxn id="18" idx="1"/>
          </p:cNvCxnSpPr>
          <p:nvPr/>
        </p:nvCxnSpPr>
        <p:spPr>
          <a:xfrm flipV="1">
            <a:off x="2333902" y="3105283"/>
            <a:ext cx="310476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7B9F6F15-A6AF-466E-8EC0-3A4B86888EEC}"/>
              </a:ext>
            </a:extLst>
          </p:cNvPr>
          <p:cNvCxnSpPr>
            <a:cxnSpLocks/>
            <a:stCxn id="65" idx="6"/>
            <a:endCxn id="147" idx="3"/>
          </p:cNvCxnSpPr>
          <p:nvPr/>
        </p:nvCxnSpPr>
        <p:spPr>
          <a:xfrm>
            <a:off x="1537946" y="3105283"/>
            <a:ext cx="441704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D29A6B35-64FD-438F-9509-1891798B7681}"/>
              </a:ext>
            </a:extLst>
          </p:cNvPr>
          <p:cNvCxnSpPr>
            <a:cxnSpLocks/>
          </p:cNvCxnSpPr>
          <p:nvPr/>
        </p:nvCxnSpPr>
        <p:spPr>
          <a:xfrm>
            <a:off x="549668" y="3097929"/>
            <a:ext cx="72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2" name="Conector de Seta Reta 191">
            <a:extLst>
              <a:ext uri="{FF2B5EF4-FFF2-40B4-BE49-F238E27FC236}">
                <a16:creationId xmlns:a16="http://schemas.microsoft.com/office/drawing/2014/main" id="{ED53E430-35EF-480F-BFBD-CE42A8F21753}"/>
              </a:ext>
            </a:extLst>
          </p:cNvPr>
          <p:cNvCxnSpPr>
            <a:cxnSpLocks/>
          </p:cNvCxnSpPr>
          <p:nvPr/>
        </p:nvCxnSpPr>
        <p:spPr>
          <a:xfrm>
            <a:off x="8018858" y="2246731"/>
            <a:ext cx="0" cy="720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CaixaDeTexto 196">
            <a:extLst>
              <a:ext uri="{FF2B5EF4-FFF2-40B4-BE49-F238E27FC236}">
                <a16:creationId xmlns:a16="http://schemas.microsoft.com/office/drawing/2014/main" id="{2ECEE07C-B642-4DE1-A518-FB92183FF04E}"/>
              </a:ext>
            </a:extLst>
          </p:cNvPr>
          <p:cNvSpPr txBox="1"/>
          <p:nvPr/>
        </p:nvSpPr>
        <p:spPr>
          <a:xfrm>
            <a:off x="7963807" y="2713524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CaixaDeTexto 198">
                <a:extLst>
                  <a:ext uri="{FF2B5EF4-FFF2-40B4-BE49-F238E27FC236}">
                    <a16:creationId xmlns:a16="http://schemas.microsoft.com/office/drawing/2014/main" id="{BC55CCFF-5A9D-4775-A792-E3D0F28D1F26}"/>
                  </a:ext>
                </a:extLst>
              </p:cNvPr>
              <p:cNvSpPr txBox="1"/>
              <p:nvPr/>
            </p:nvSpPr>
            <p:spPr>
              <a:xfrm>
                <a:off x="4665606" y="2866346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199" name="CaixaDeTexto 198">
                <a:extLst>
                  <a:ext uri="{FF2B5EF4-FFF2-40B4-BE49-F238E27FC236}">
                    <a16:creationId xmlns:a16="http://schemas.microsoft.com/office/drawing/2014/main" id="{BC55CCFF-5A9D-4775-A792-E3D0F28D1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5606" y="2866346"/>
                <a:ext cx="553758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0" name="CaixaDeTexto 199">
                <a:extLst>
                  <a:ext uri="{FF2B5EF4-FFF2-40B4-BE49-F238E27FC236}">
                    <a16:creationId xmlns:a16="http://schemas.microsoft.com/office/drawing/2014/main" id="{5A32ADD8-FACC-40AE-A07A-F23ACD8C01F2}"/>
                  </a:ext>
                </a:extLst>
              </p:cNvPr>
              <p:cNvSpPr txBox="1"/>
              <p:nvPr/>
            </p:nvSpPr>
            <p:spPr>
              <a:xfrm>
                <a:off x="6736377" y="2874194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200" name="CaixaDeTexto 199">
                <a:extLst>
                  <a:ext uri="{FF2B5EF4-FFF2-40B4-BE49-F238E27FC236}">
                    <a16:creationId xmlns:a16="http://schemas.microsoft.com/office/drawing/2014/main" id="{5A32ADD8-FACC-40AE-A07A-F23ACD8C01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6377" y="2874194"/>
                <a:ext cx="553758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1" name="CaixaDeTexto 200">
            <a:extLst>
              <a:ext uri="{FF2B5EF4-FFF2-40B4-BE49-F238E27FC236}">
                <a16:creationId xmlns:a16="http://schemas.microsoft.com/office/drawing/2014/main" id="{14C9F1B6-0A5A-440B-A70C-F4BFAC20ACD2}"/>
              </a:ext>
            </a:extLst>
          </p:cNvPr>
          <p:cNvSpPr txBox="1"/>
          <p:nvPr/>
        </p:nvSpPr>
        <p:spPr>
          <a:xfrm>
            <a:off x="3739695" y="2351843"/>
            <a:ext cx="1213305" cy="246221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pt-BR" sz="1000" dirty="0"/>
              <a:t>Sensor de Corrente</a:t>
            </a:r>
          </a:p>
        </p:txBody>
      </p:sp>
      <p:sp>
        <p:nvSpPr>
          <p:cNvPr id="202" name="CaixaDeTexto 201">
            <a:extLst>
              <a:ext uri="{FF2B5EF4-FFF2-40B4-BE49-F238E27FC236}">
                <a16:creationId xmlns:a16="http://schemas.microsoft.com/office/drawing/2014/main" id="{C31406EC-A058-413B-BD4B-618B2F3363D8}"/>
              </a:ext>
            </a:extLst>
          </p:cNvPr>
          <p:cNvSpPr txBox="1"/>
          <p:nvPr/>
        </p:nvSpPr>
        <p:spPr>
          <a:xfrm>
            <a:off x="1402830" y="3891555"/>
            <a:ext cx="1309890" cy="246221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pt-BR" sz="1000" dirty="0"/>
              <a:t>Sensor de Velocidade</a:t>
            </a:r>
          </a:p>
        </p:txBody>
      </p:sp>
    </p:spTree>
    <p:extLst>
      <p:ext uri="{BB962C8B-B14F-4D97-AF65-F5344CB8AC3E}">
        <p14:creationId xmlns:p14="http://schemas.microsoft.com/office/powerpoint/2010/main" val="3037319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uxograma: Processo 3">
            <a:extLst>
              <a:ext uri="{FF2B5EF4-FFF2-40B4-BE49-F238E27FC236}">
                <a16:creationId xmlns:a16="http://schemas.microsoft.com/office/drawing/2014/main" id="{9EBAE7F4-AEF4-470C-9DF9-BB7ED89DE7C1}"/>
              </a:ext>
            </a:extLst>
          </p:cNvPr>
          <p:cNvSpPr/>
          <p:nvPr/>
        </p:nvSpPr>
        <p:spPr>
          <a:xfrm>
            <a:off x="4181398" y="2901007"/>
            <a:ext cx="653616" cy="408552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/>
              <a:t>PID</a:t>
            </a:r>
          </a:p>
          <a:p>
            <a:pPr algn="ctr"/>
            <a:r>
              <a:rPr lang="pt-BR" sz="800" dirty="0"/>
              <a:t>Torque</a:t>
            </a:r>
            <a:endParaRPr lang="pt-BR" sz="1200" dirty="0"/>
          </a:p>
        </p:txBody>
      </p: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AA709A41-56EC-4327-AE71-2C59BFADF2C5}"/>
              </a:ext>
            </a:extLst>
          </p:cNvPr>
          <p:cNvCxnSpPr>
            <a:cxnSpLocks/>
            <a:stCxn id="2" idx="0"/>
            <a:endCxn id="120" idx="2"/>
          </p:cNvCxnSpPr>
          <p:nvPr/>
        </p:nvCxnSpPr>
        <p:spPr>
          <a:xfrm flipV="1">
            <a:off x="7577156" y="3105283"/>
            <a:ext cx="308352" cy="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F8F2C6EA-A79D-4368-9525-FB7421F54CC9}"/>
              </a:ext>
            </a:extLst>
          </p:cNvPr>
          <p:cNvCxnSpPr>
            <a:cxnSpLocks/>
            <a:stCxn id="120" idx="6"/>
            <a:endCxn id="22" idx="1"/>
          </p:cNvCxnSpPr>
          <p:nvPr/>
        </p:nvCxnSpPr>
        <p:spPr>
          <a:xfrm>
            <a:off x="8152208" y="3105283"/>
            <a:ext cx="308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B0658EEB-8780-4A63-9B14-71C640477836}"/>
              </a:ext>
            </a:extLst>
          </p:cNvPr>
          <p:cNvCxnSpPr>
            <a:cxnSpLocks/>
            <a:stCxn id="21" idx="3"/>
            <a:endCxn id="2" idx="3"/>
          </p:cNvCxnSpPr>
          <p:nvPr/>
        </p:nvCxnSpPr>
        <p:spPr>
          <a:xfrm>
            <a:off x="6560481" y="3105283"/>
            <a:ext cx="662423" cy="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5104C636-4EAB-41E8-B782-5E251991FAFD}"/>
              </a:ext>
            </a:extLst>
          </p:cNvPr>
          <p:cNvCxnSpPr>
            <a:cxnSpLocks/>
            <a:stCxn id="127" idx="0"/>
          </p:cNvCxnSpPr>
          <p:nvPr/>
        </p:nvCxnSpPr>
        <p:spPr>
          <a:xfrm flipV="1">
            <a:off x="10319298" y="3105283"/>
            <a:ext cx="373723" cy="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/>
              <p:nvPr/>
            </p:nvSpPr>
            <p:spPr>
              <a:xfrm>
                <a:off x="10208948" y="284315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8948" y="2843159"/>
                <a:ext cx="553758" cy="2769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/>
              <p:nvPr/>
            </p:nvSpPr>
            <p:spPr>
              <a:xfrm>
                <a:off x="7875329" y="217569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57" name="CaixaDeTexto 56">
                <a:extLst>
                  <a:ext uri="{FF2B5EF4-FFF2-40B4-BE49-F238E27FC236}">
                    <a16:creationId xmlns:a16="http://schemas.microsoft.com/office/drawing/2014/main" id="{BA3CBA13-C00A-47C9-9E55-1EF2FF618D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5329" y="2175699"/>
                <a:ext cx="553758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8" name="CaixaDeTexto 57">
            <a:extLst>
              <a:ext uri="{FF2B5EF4-FFF2-40B4-BE49-F238E27FC236}">
                <a16:creationId xmlns:a16="http://schemas.microsoft.com/office/drawing/2014/main" id="{5F2FB6D9-98FB-48A1-80DE-BDE6A04F07B0}"/>
              </a:ext>
            </a:extLst>
          </p:cNvPr>
          <p:cNvSpPr txBox="1"/>
          <p:nvPr/>
        </p:nvSpPr>
        <p:spPr>
          <a:xfrm>
            <a:off x="5055134" y="3171059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  <p:cxnSp>
        <p:nvCxnSpPr>
          <p:cNvPr id="38" name="Conector: Angulado 37">
            <a:extLst>
              <a:ext uri="{FF2B5EF4-FFF2-40B4-BE49-F238E27FC236}">
                <a16:creationId xmlns:a16="http://schemas.microsoft.com/office/drawing/2014/main" id="{506FC82E-7F01-407A-A5E6-FF230E85A5D0}"/>
              </a:ext>
            </a:extLst>
          </p:cNvPr>
          <p:cNvCxnSpPr>
            <a:cxnSpLocks/>
            <a:stCxn id="118" idx="4"/>
            <a:endCxn id="34" idx="3"/>
          </p:cNvCxnSpPr>
          <p:nvPr/>
        </p:nvCxnSpPr>
        <p:spPr>
          <a:xfrm rot="5400000">
            <a:off x="8293182" y="2412118"/>
            <a:ext cx="624628" cy="205667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9C27D05D-C259-4558-B2FD-24B4E2B79052}"/>
                  </a:ext>
                </a:extLst>
              </p:cNvPr>
              <p:cNvSpPr txBox="1"/>
              <p:nvPr/>
            </p:nvSpPr>
            <p:spPr>
              <a:xfrm>
                <a:off x="9356955" y="284315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43" name="CaixaDeTexto 42">
                <a:extLst>
                  <a:ext uri="{FF2B5EF4-FFF2-40B4-BE49-F238E27FC236}">
                    <a16:creationId xmlns:a16="http://schemas.microsoft.com/office/drawing/2014/main" id="{9C27D05D-C259-4558-B2FD-24B4E2B790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56955" y="2843159"/>
                <a:ext cx="55375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Fluxograma: Processo 16">
            <a:extLst>
              <a:ext uri="{FF2B5EF4-FFF2-40B4-BE49-F238E27FC236}">
                <a16:creationId xmlns:a16="http://schemas.microsoft.com/office/drawing/2014/main" id="{8F2EE82E-DA94-4F29-B2ED-03458C61F9D9}"/>
              </a:ext>
            </a:extLst>
          </p:cNvPr>
          <p:cNvSpPr/>
          <p:nvPr/>
        </p:nvSpPr>
        <p:spPr>
          <a:xfrm>
            <a:off x="5031732" y="2421541"/>
            <a:ext cx="4706628" cy="1593126"/>
          </a:xfrm>
          <a:prstGeom prst="flowChartProcess">
            <a:avLst/>
          </a:prstGeom>
          <a:noFill/>
          <a:ln w="9525" cap="flat" cmpd="sng" algn="ctr">
            <a:solidFill>
              <a:schemeClr val="dk1"/>
            </a:solidFill>
            <a:prstDash val="lg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pt-BR" sz="1100" dirty="0">
              <a:ea typeface="Cambria Math" panose="02040503050406030204" pitchFamily="18" charset="0"/>
            </a:endParaRPr>
          </a:p>
        </p:txBody>
      </p:sp>
      <p:sp>
        <p:nvSpPr>
          <p:cNvPr id="21" name="Fluxograma: Processo 20">
            <a:extLst>
              <a:ext uri="{FF2B5EF4-FFF2-40B4-BE49-F238E27FC236}">
                <a16:creationId xmlns:a16="http://schemas.microsoft.com/office/drawing/2014/main" id="{69613291-C3C8-4646-A9AD-758E82BDEF86}"/>
              </a:ext>
            </a:extLst>
          </p:cNvPr>
          <p:cNvSpPr/>
          <p:nvPr/>
        </p:nvSpPr>
        <p:spPr>
          <a:xfrm>
            <a:off x="5718418" y="2901007"/>
            <a:ext cx="842063" cy="408552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100" dirty="0">
                <a:ea typeface="Cambria Math" panose="02040503050406030204" pitchFamily="18" charset="0"/>
              </a:rPr>
              <a:t>Circuito Armadura</a:t>
            </a:r>
          </a:p>
        </p:txBody>
      </p:sp>
      <p:sp>
        <p:nvSpPr>
          <p:cNvPr id="22" name="Fluxograma: Processo 21">
            <a:extLst>
              <a:ext uri="{FF2B5EF4-FFF2-40B4-BE49-F238E27FC236}">
                <a16:creationId xmlns:a16="http://schemas.microsoft.com/office/drawing/2014/main" id="{D8EBC4C2-8075-4003-84ED-1E05DC1B43E1}"/>
              </a:ext>
            </a:extLst>
          </p:cNvPr>
          <p:cNvSpPr/>
          <p:nvPr/>
        </p:nvSpPr>
        <p:spPr>
          <a:xfrm>
            <a:off x="8460560" y="2901007"/>
            <a:ext cx="842063" cy="408552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100" dirty="0">
                <a:ea typeface="Cambria Math" panose="02040503050406030204" pitchFamily="18" charset="0"/>
              </a:rPr>
              <a:t>Inércia</a:t>
            </a:r>
          </a:p>
          <a:p>
            <a:pPr algn="ctr"/>
            <a:r>
              <a:rPr lang="pt-BR" sz="1100" dirty="0">
                <a:ea typeface="Cambria Math" panose="02040503050406030204" pitchFamily="18" charset="0"/>
              </a:rPr>
              <a:t>Rotor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ADDD7C2B-A956-4EB7-B23F-EC251CD068DD}"/>
              </a:ext>
            </a:extLst>
          </p:cNvPr>
          <p:cNvGrpSpPr/>
          <p:nvPr/>
        </p:nvGrpSpPr>
        <p:grpSpPr>
          <a:xfrm>
            <a:off x="7222904" y="2966731"/>
            <a:ext cx="354252" cy="277104"/>
            <a:chOff x="5984058" y="2980867"/>
            <a:chExt cx="354252" cy="277104"/>
          </a:xfrm>
        </p:grpSpPr>
        <p:sp>
          <p:nvSpPr>
            <p:cNvPr id="2" name="Triângulo isósceles 1">
              <a:extLst>
                <a:ext uri="{FF2B5EF4-FFF2-40B4-BE49-F238E27FC236}">
                  <a16:creationId xmlns:a16="http://schemas.microsoft.com/office/drawing/2014/main" id="{5B6B83A2-B1CF-4C45-8A0E-B606073AA9C2}"/>
                </a:ext>
              </a:extLst>
            </p:cNvPr>
            <p:cNvSpPr/>
            <p:nvPr/>
          </p:nvSpPr>
          <p:spPr>
            <a:xfrm rot="5400000">
              <a:off x="6022684" y="2942346"/>
              <a:ext cx="276999" cy="354252"/>
            </a:xfrm>
            <a:prstGeom prst="triangle">
              <a:avLst>
                <a:gd name="adj" fmla="val 50000"/>
              </a:avLst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vert="horz" rtlCol="0" anchor="ctr"/>
            <a:lstStyle/>
            <a:p>
              <a:pPr algn="ctr"/>
              <a:endParaRPr lang="pt-BR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103282E2-A77A-437C-8B27-C4D04E31697D}"/>
                    </a:ext>
                  </a:extLst>
                </p:cNvPr>
                <p:cNvSpPr txBox="1"/>
                <p:nvPr/>
              </p:nvSpPr>
              <p:spPr>
                <a:xfrm>
                  <a:off x="6039499" y="2980867"/>
                  <a:ext cx="180000" cy="24622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oMath>
                    </m:oMathPara>
                  </a14:m>
                  <a:endParaRPr lang="pt-BR" sz="1000" i="1" dirty="0"/>
                </a:p>
              </p:txBody>
            </p:sp>
          </mc:Choice>
          <mc:Fallback xmlns="">
            <p:sp>
              <p:nvSpPr>
                <p:cNvPr id="23" name="CaixaDeTexto 22">
                  <a:extLst>
                    <a:ext uri="{FF2B5EF4-FFF2-40B4-BE49-F238E27FC236}">
                      <a16:creationId xmlns:a16="http://schemas.microsoft.com/office/drawing/2014/main" id="{103282E2-A77A-437C-8B27-C4D04E3169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39499" y="2980867"/>
                  <a:ext cx="180000" cy="246221"/>
                </a:xfrm>
                <a:prstGeom prst="rect">
                  <a:avLst/>
                </a:prstGeom>
                <a:blipFill>
                  <a:blip r:embed="rId5"/>
                  <a:stretch>
                    <a:fillRect l="-241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3" name="Agrupar 32">
            <a:extLst>
              <a:ext uri="{FF2B5EF4-FFF2-40B4-BE49-F238E27FC236}">
                <a16:creationId xmlns:a16="http://schemas.microsoft.com/office/drawing/2014/main" id="{2B83928A-A094-4FFE-8B41-47B6E5F43934}"/>
              </a:ext>
            </a:extLst>
          </p:cNvPr>
          <p:cNvGrpSpPr/>
          <p:nvPr/>
        </p:nvGrpSpPr>
        <p:grpSpPr>
          <a:xfrm flipH="1">
            <a:off x="7222904" y="3614270"/>
            <a:ext cx="354252" cy="276999"/>
            <a:chOff x="5984058" y="2980972"/>
            <a:chExt cx="354252" cy="276999"/>
          </a:xfrm>
        </p:grpSpPr>
        <p:sp>
          <p:nvSpPr>
            <p:cNvPr id="34" name="Triângulo isósceles 33">
              <a:extLst>
                <a:ext uri="{FF2B5EF4-FFF2-40B4-BE49-F238E27FC236}">
                  <a16:creationId xmlns:a16="http://schemas.microsoft.com/office/drawing/2014/main" id="{D15A41B9-F6FC-4CC0-8128-91631B2D8026}"/>
                </a:ext>
              </a:extLst>
            </p:cNvPr>
            <p:cNvSpPr/>
            <p:nvPr/>
          </p:nvSpPr>
          <p:spPr>
            <a:xfrm rot="5400000">
              <a:off x="6022684" y="2942346"/>
              <a:ext cx="276999" cy="354252"/>
            </a:xfrm>
            <a:prstGeom prst="triangle">
              <a:avLst>
                <a:gd name="adj" fmla="val 50000"/>
              </a:avLst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vert="horz" rtlCol="0" anchor="ctr"/>
            <a:lstStyle/>
            <a:p>
              <a:pPr algn="ctr"/>
              <a:endParaRPr lang="pt-BR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CaixaDeTexto 36">
                  <a:extLst>
                    <a:ext uri="{FF2B5EF4-FFF2-40B4-BE49-F238E27FC236}">
                      <a16:creationId xmlns:a16="http://schemas.microsoft.com/office/drawing/2014/main" id="{6CAF389B-A7F3-42A4-AB66-F769226AA4EC}"/>
                    </a:ext>
                  </a:extLst>
                </p:cNvPr>
                <p:cNvSpPr txBox="1"/>
                <p:nvPr/>
              </p:nvSpPr>
              <p:spPr>
                <a:xfrm>
                  <a:off x="6012203" y="3001339"/>
                  <a:ext cx="180000" cy="24622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sub>
                        </m:sSub>
                      </m:oMath>
                    </m:oMathPara>
                  </a14:m>
                  <a:endParaRPr lang="pt-BR" sz="1000" i="1" dirty="0"/>
                </a:p>
              </p:txBody>
            </p:sp>
          </mc:Choice>
          <mc:Fallback xmlns="">
            <p:sp>
              <p:nvSpPr>
                <p:cNvPr id="37" name="CaixaDeTexto 36">
                  <a:extLst>
                    <a:ext uri="{FF2B5EF4-FFF2-40B4-BE49-F238E27FC236}">
                      <a16:creationId xmlns:a16="http://schemas.microsoft.com/office/drawing/2014/main" id="{6CAF389B-A7F3-42A4-AB66-F769226AA4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12203" y="3001339"/>
                  <a:ext cx="180000" cy="246221"/>
                </a:xfrm>
                <a:prstGeom prst="rect">
                  <a:avLst/>
                </a:prstGeom>
                <a:blipFill>
                  <a:blip r:embed="rId6"/>
                  <a:stretch>
                    <a:fillRect l="-27586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45" name="Conector: Angulado 44">
            <a:extLst>
              <a:ext uri="{FF2B5EF4-FFF2-40B4-BE49-F238E27FC236}">
                <a16:creationId xmlns:a16="http://schemas.microsoft.com/office/drawing/2014/main" id="{97C7F3CF-C130-49DD-B1AB-E03BDF3A599E}"/>
              </a:ext>
            </a:extLst>
          </p:cNvPr>
          <p:cNvCxnSpPr>
            <a:cxnSpLocks/>
            <a:stCxn id="106" idx="0"/>
            <a:endCxn id="46" idx="0"/>
          </p:cNvCxnSpPr>
          <p:nvPr/>
        </p:nvCxnSpPr>
        <p:spPr>
          <a:xfrm rot="16200000" flipV="1">
            <a:off x="5260450" y="1451180"/>
            <a:ext cx="110491" cy="3151997"/>
          </a:xfrm>
          <a:prstGeom prst="bentConnector3">
            <a:avLst>
              <a:gd name="adj1" fmla="val 486203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Fluxograma: Conector 45">
            <a:extLst>
              <a:ext uri="{FF2B5EF4-FFF2-40B4-BE49-F238E27FC236}">
                <a16:creationId xmlns:a16="http://schemas.microsoft.com/office/drawing/2014/main" id="{4B1F29EE-6D1C-48B6-88F1-122448F36195}"/>
              </a:ext>
            </a:extLst>
          </p:cNvPr>
          <p:cNvSpPr/>
          <p:nvPr/>
        </p:nvSpPr>
        <p:spPr>
          <a:xfrm>
            <a:off x="3606346" y="2971933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48" name="Conector de Seta Reta 47">
            <a:extLst>
              <a:ext uri="{FF2B5EF4-FFF2-40B4-BE49-F238E27FC236}">
                <a16:creationId xmlns:a16="http://schemas.microsoft.com/office/drawing/2014/main" id="{D30A914D-EFF4-4726-B63B-9BDA5E13EAB4}"/>
              </a:ext>
            </a:extLst>
          </p:cNvPr>
          <p:cNvCxnSpPr>
            <a:cxnSpLocks/>
            <a:stCxn id="4" idx="3"/>
            <a:endCxn id="60" idx="2"/>
          </p:cNvCxnSpPr>
          <p:nvPr/>
        </p:nvCxnSpPr>
        <p:spPr>
          <a:xfrm>
            <a:off x="4835014" y="3105283"/>
            <a:ext cx="308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Conector de Seta Reta 48">
            <a:extLst>
              <a:ext uri="{FF2B5EF4-FFF2-40B4-BE49-F238E27FC236}">
                <a16:creationId xmlns:a16="http://schemas.microsoft.com/office/drawing/2014/main" id="{7A54F409-F165-4D38-ADF2-66C69E31F9DC}"/>
              </a:ext>
            </a:extLst>
          </p:cNvPr>
          <p:cNvCxnSpPr>
            <a:cxnSpLocks/>
            <a:stCxn id="22" idx="3"/>
            <a:endCxn id="127" idx="3"/>
          </p:cNvCxnSpPr>
          <p:nvPr/>
        </p:nvCxnSpPr>
        <p:spPr>
          <a:xfrm>
            <a:off x="9302623" y="3105283"/>
            <a:ext cx="662423" cy="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Fluxograma: Conector 59">
            <a:extLst>
              <a:ext uri="{FF2B5EF4-FFF2-40B4-BE49-F238E27FC236}">
                <a16:creationId xmlns:a16="http://schemas.microsoft.com/office/drawing/2014/main" id="{6645B4E6-4846-43DC-80C5-4B904FE7FFEA}"/>
              </a:ext>
            </a:extLst>
          </p:cNvPr>
          <p:cNvSpPr/>
          <p:nvPr/>
        </p:nvSpPr>
        <p:spPr>
          <a:xfrm>
            <a:off x="5143366" y="2971933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68" name="Conector de Seta Reta 67">
            <a:extLst>
              <a:ext uri="{FF2B5EF4-FFF2-40B4-BE49-F238E27FC236}">
                <a16:creationId xmlns:a16="http://schemas.microsoft.com/office/drawing/2014/main" id="{410E2196-D9A9-4791-8C09-9A37B3774AB3}"/>
              </a:ext>
            </a:extLst>
          </p:cNvPr>
          <p:cNvCxnSpPr>
            <a:cxnSpLocks/>
            <a:stCxn id="60" idx="6"/>
            <a:endCxn id="21" idx="1"/>
          </p:cNvCxnSpPr>
          <p:nvPr/>
        </p:nvCxnSpPr>
        <p:spPr>
          <a:xfrm>
            <a:off x="5410066" y="3105283"/>
            <a:ext cx="308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2" name="Conector: Angulado 101">
            <a:extLst>
              <a:ext uri="{FF2B5EF4-FFF2-40B4-BE49-F238E27FC236}">
                <a16:creationId xmlns:a16="http://schemas.microsoft.com/office/drawing/2014/main" id="{E350FE73-F15F-48D6-B906-B4845E0FC1B2}"/>
              </a:ext>
            </a:extLst>
          </p:cNvPr>
          <p:cNvCxnSpPr>
            <a:cxnSpLocks/>
            <a:stCxn id="34" idx="0"/>
            <a:endCxn id="60" idx="4"/>
          </p:cNvCxnSpPr>
          <p:nvPr/>
        </p:nvCxnSpPr>
        <p:spPr>
          <a:xfrm rot="10800000">
            <a:off x="5276717" y="3238633"/>
            <a:ext cx="1946189" cy="514138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Elipse 105">
            <a:extLst>
              <a:ext uri="{FF2B5EF4-FFF2-40B4-BE49-F238E27FC236}">
                <a16:creationId xmlns:a16="http://schemas.microsoft.com/office/drawing/2014/main" id="{5342148D-819F-4013-91BE-88E4976D1EA2}"/>
              </a:ext>
            </a:extLst>
          </p:cNvPr>
          <p:cNvSpPr/>
          <p:nvPr/>
        </p:nvSpPr>
        <p:spPr>
          <a:xfrm>
            <a:off x="6868833" y="3082424"/>
            <a:ext cx="45719" cy="45719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4" name="CaixaDeTexto 113">
            <a:extLst>
              <a:ext uri="{FF2B5EF4-FFF2-40B4-BE49-F238E27FC236}">
                <a16:creationId xmlns:a16="http://schemas.microsoft.com/office/drawing/2014/main" id="{95398588-20C3-49A1-9E44-B7D2486BAB32}"/>
              </a:ext>
            </a:extLst>
          </p:cNvPr>
          <p:cNvSpPr txBox="1"/>
          <p:nvPr/>
        </p:nvSpPr>
        <p:spPr>
          <a:xfrm>
            <a:off x="3684989" y="2732299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CaixaDeTexto 115">
                <a:extLst>
                  <a:ext uri="{FF2B5EF4-FFF2-40B4-BE49-F238E27FC236}">
                    <a16:creationId xmlns:a16="http://schemas.microsoft.com/office/drawing/2014/main" id="{D43D7A3E-C647-4C5F-9233-9DFFA07E606D}"/>
                  </a:ext>
                </a:extLst>
              </p:cNvPr>
              <p:cNvSpPr txBox="1"/>
              <p:nvPr/>
            </p:nvSpPr>
            <p:spPr>
              <a:xfrm>
                <a:off x="2431265" y="2847151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𝑆𝑃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16" name="CaixaDeTexto 115">
                <a:extLst>
                  <a:ext uri="{FF2B5EF4-FFF2-40B4-BE49-F238E27FC236}">
                    <a16:creationId xmlns:a16="http://schemas.microsoft.com/office/drawing/2014/main" id="{D43D7A3E-C647-4C5F-9233-9DFFA07E6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1265" y="2847151"/>
                <a:ext cx="553758" cy="276999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7" name="CaixaDeTexto 116">
            <a:extLst>
              <a:ext uri="{FF2B5EF4-FFF2-40B4-BE49-F238E27FC236}">
                <a16:creationId xmlns:a16="http://schemas.microsoft.com/office/drawing/2014/main" id="{5F975BFF-9A69-4AEE-8D42-72AFD846EF50}"/>
              </a:ext>
            </a:extLst>
          </p:cNvPr>
          <p:cNvSpPr txBox="1"/>
          <p:nvPr/>
        </p:nvSpPr>
        <p:spPr>
          <a:xfrm>
            <a:off x="7082682" y="2367506"/>
            <a:ext cx="612000" cy="276999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pt-BR" sz="1200" dirty="0"/>
              <a:t>Motor</a:t>
            </a:r>
          </a:p>
        </p:txBody>
      </p:sp>
      <p:sp>
        <p:nvSpPr>
          <p:cNvPr id="118" name="Elipse 117">
            <a:extLst>
              <a:ext uri="{FF2B5EF4-FFF2-40B4-BE49-F238E27FC236}">
                <a16:creationId xmlns:a16="http://schemas.microsoft.com/office/drawing/2014/main" id="{FB40C0B3-BD08-4BF0-A0BB-D8B592311D3D}"/>
              </a:ext>
            </a:extLst>
          </p:cNvPr>
          <p:cNvSpPr/>
          <p:nvPr/>
        </p:nvSpPr>
        <p:spPr>
          <a:xfrm>
            <a:off x="9610975" y="3082424"/>
            <a:ext cx="45719" cy="45719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0" name="Fluxograma: Conector 119">
            <a:extLst>
              <a:ext uri="{FF2B5EF4-FFF2-40B4-BE49-F238E27FC236}">
                <a16:creationId xmlns:a16="http://schemas.microsoft.com/office/drawing/2014/main" id="{389FB635-19F3-4846-9EBF-A30466C6D664}"/>
              </a:ext>
            </a:extLst>
          </p:cNvPr>
          <p:cNvSpPr/>
          <p:nvPr/>
        </p:nvSpPr>
        <p:spPr>
          <a:xfrm>
            <a:off x="7885508" y="2971933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grpSp>
        <p:nvGrpSpPr>
          <p:cNvPr id="126" name="Agrupar 125">
            <a:extLst>
              <a:ext uri="{FF2B5EF4-FFF2-40B4-BE49-F238E27FC236}">
                <a16:creationId xmlns:a16="http://schemas.microsoft.com/office/drawing/2014/main" id="{CF465DAB-06AB-4BDD-A0D4-8F218C1762AD}"/>
              </a:ext>
            </a:extLst>
          </p:cNvPr>
          <p:cNvGrpSpPr/>
          <p:nvPr/>
        </p:nvGrpSpPr>
        <p:grpSpPr>
          <a:xfrm>
            <a:off x="9965046" y="2966731"/>
            <a:ext cx="354252" cy="277104"/>
            <a:chOff x="5984058" y="2980867"/>
            <a:chExt cx="354252" cy="277104"/>
          </a:xfrm>
        </p:grpSpPr>
        <p:sp>
          <p:nvSpPr>
            <p:cNvPr id="127" name="Triângulo isósceles 126">
              <a:extLst>
                <a:ext uri="{FF2B5EF4-FFF2-40B4-BE49-F238E27FC236}">
                  <a16:creationId xmlns:a16="http://schemas.microsoft.com/office/drawing/2014/main" id="{3419B485-25B6-4D43-97AD-E5B2319CEF87}"/>
                </a:ext>
              </a:extLst>
            </p:cNvPr>
            <p:cNvSpPr/>
            <p:nvPr/>
          </p:nvSpPr>
          <p:spPr>
            <a:xfrm rot="5400000">
              <a:off x="6022684" y="2942346"/>
              <a:ext cx="276999" cy="354252"/>
            </a:xfrm>
            <a:prstGeom prst="triangle">
              <a:avLst>
                <a:gd name="adj" fmla="val 50000"/>
              </a:avLst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vert="horz" rtlCol="0" anchor="ctr"/>
            <a:lstStyle/>
            <a:p>
              <a:pPr algn="ctr"/>
              <a:endParaRPr lang="pt-BR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8" name="CaixaDeTexto 127">
                  <a:extLst>
                    <a:ext uri="{FF2B5EF4-FFF2-40B4-BE49-F238E27FC236}">
                      <a16:creationId xmlns:a16="http://schemas.microsoft.com/office/drawing/2014/main" id="{189B47CF-1A63-4477-94BC-27723FDDFCFC}"/>
                    </a:ext>
                  </a:extLst>
                </p:cNvPr>
                <p:cNvSpPr txBox="1"/>
                <p:nvPr/>
              </p:nvSpPr>
              <p:spPr>
                <a:xfrm>
                  <a:off x="6039499" y="2980867"/>
                  <a:ext cx="180000" cy="24622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pt-BR" sz="10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sub>
                        </m:sSub>
                      </m:oMath>
                    </m:oMathPara>
                  </a14:m>
                  <a:endParaRPr lang="pt-BR" sz="1000" i="1" dirty="0"/>
                </a:p>
              </p:txBody>
            </p:sp>
          </mc:Choice>
          <mc:Fallback xmlns="">
            <p:sp>
              <p:nvSpPr>
                <p:cNvPr id="128" name="CaixaDeTexto 127">
                  <a:extLst>
                    <a:ext uri="{FF2B5EF4-FFF2-40B4-BE49-F238E27FC236}">
                      <a16:creationId xmlns:a16="http://schemas.microsoft.com/office/drawing/2014/main" id="{189B47CF-1A63-4477-94BC-27723FDDFC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39499" y="2980867"/>
                  <a:ext cx="180000" cy="246221"/>
                </a:xfrm>
                <a:prstGeom prst="rect">
                  <a:avLst/>
                </a:prstGeom>
                <a:blipFill>
                  <a:blip r:embed="rId8"/>
                  <a:stretch>
                    <a:fillRect l="-24138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164" name="Conector de Seta Reta 163">
            <a:extLst>
              <a:ext uri="{FF2B5EF4-FFF2-40B4-BE49-F238E27FC236}">
                <a16:creationId xmlns:a16="http://schemas.microsoft.com/office/drawing/2014/main" id="{92888E5F-2D9F-44AD-BF03-7DF1B7C9D7F5}"/>
              </a:ext>
            </a:extLst>
          </p:cNvPr>
          <p:cNvCxnSpPr>
            <a:cxnSpLocks/>
            <a:stCxn id="46" idx="6"/>
            <a:endCxn id="4" idx="1"/>
          </p:cNvCxnSpPr>
          <p:nvPr/>
        </p:nvCxnSpPr>
        <p:spPr>
          <a:xfrm>
            <a:off x="3873046" y="3105283"/>
            <a:ext cx="308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Conector de Seta Reta 169">
            <a:extLst>
              <a:ext uri="{FF2B5EF4-FFF2-40B4-BE49-F238E27FC236}">
                <a16:creationId xmlns:a16="http://schemas.microsoft.com/office/drawing/2014/main" id="{A12D18E7-B8B9-4417-91EB-6A2834402CFC}"/>
              </a:ext>
            </a:extLst>
          </p:cNvPr>
          <p:cNvCxnSpPr>
            <a:cxnSpLocks/>
            <a:endCxn id="63" idx="3"/>
          </p:cNvCxnSpPr>
          <p:nvPr/>
        </p:nvCxnSpPr>
        <p:spPr>
          <a:xfrm flipV="1">
            <a:off x="2514598" y="3106958"/>
            <a:ext cx="5106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2" name="Conector de Seta Reta 191">
            <a:extLst>
              <a:ext uri="{FF2B5EF4-FFF2-40B4-BE49-F238E27FC236}">
                <a16:creationId xmlns:a16="http://schemas.microsoft.com/office/drawing/2014/main" id="{ED53E430-35EF-480F-BFBD-CE42A8F21753}"/>
              </a:ext>
            </a:extLst>
          </p:cNvPr>
          <p:cNvCxnSpPr>
            <a:cxnSpLocks/>
          </p:cNvCxnSpPr>
          <p:nvPr/>
        </p:nvCxnSpPr>
        <p:spPr>
          <a:xfrm>
            <a:off x="8018858" y="2246731"/>
            <a:ext cx="0" cy="720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7" name="CaixaDeTexto 196">
            <a:extLst>
              <a:ext uri="{FF2B5EF4-FFF2-40B4-BE49-F238E27FC236}">
                <a16:creationId xmlns:a16="http://schemas.microsoft.com/office/drawing/2014/main" id="{2ECEE07C-B642-4DE1-A518-FB92183FF04E}"/>
              </a:ext>
            </a:extLst>
          </p:cNvPr>
          <p:cNvSpPr txBox="1"/>
          <p:nvPr/>
        </p:nvSpPr>
        <p:spPr>
          <a:xfrm>
            <a:off x="7963807" y="2713524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9" name="CaixaDeTexto 198">
                <a:extLst>
                  <a:ext uri="{FF2B5EF4-FFF2-40B4-BE49-F238E27FC236}">
                    <a16:creationId xmlns:a16="http://schemas.microsoft.com/office/drawing/2014/main" id="{BC55CCFF-5A9D-4775-A792-E3D0F28D1F26}"/>
                  </a:ext>
                </a:extLst>
              </p:cNvPr>
              <p:cNvSpPr txBox="1"/>
              <p:nvPr/>
            </p:nvSpPr>
            <p:spPr>
              <a:xfrm>
                <a:off x="4665606" y="2866346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199" name="CaixaDeTexto 198">
                <a:extLst>
                  <a:ext uri="{FF2B5EF4-FFF2-40B4-BE49-F238E27FC236}">
                    <a16:creationId xmlns:a16="http://schemas.microsoft.com/office/drawing/2014/main" id="{BC55CCFF-5A9D-4775-A792-E3D0F28D1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65606" y="2866346"/>
                <a:ext cx="553758" cy="27699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0" name="CaixaDeTexto 199">
                <a:extLst>
                  <a:ext uri="{FF2B5EF4-FFF2-40B4-BE49-F238E27FC236}">
                    <a16:creationId xmlns:a16="http://schemas.microsoft.com/office/drawing/2014/main" id="{5A32ADD8-FACC-40AE-A07A-F23ACD8C01F2}"/>
                  </a:ext>
                </a:extLst>
              </p:cNvPr>
              <p:cNvSpPr txBox="1"/>
              <p:nvPr/>
            </p:nvSpPr>
            <p:spPr>
              <a:xfrm>
                <a:off x="6736377" y="2874194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</m:oMath>
                  </m:oMathPara>
                </a14:m>
                <a:endParaRPr lang="pt-BR" sz="1200" i="1" dirty="0"/>
              </a:p>
            </p:txBody>
          </p:sp>
        </mc:Choice>
        <mc:Fallback xmlns="">
          <p:sp>
            <p:nvSpPr>
              <p:cNvPr id="200" name="CaixaDeTexto 199">
                <a:extLst>
                  <a:ext uri="{FF2B5EF4-FFF2-40B4-BE49-F238E27FC236}">
                    <a16:creationId xmlns:a16="http://schemas.microsoft.com/office/drawing/2014/main" id="{5A32ADD8-FACC-40AE-A07A-F23ACD8C01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36377" y="2874194"/>
                <a:ext cx="553758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1" name="CaixaDeTexto 200">
            <a:extLst>
              <a:ext uri="{FF2B5EF4-FFF2-40B4-BE49-F238E27FC236}">
                <a16:creationId xmlns:a16="http://schemas.microsoft.com/office/drawing/2014/main" id="{14C9F1B6-0A5A-440B-A70C-F4BFAC20ACD2}"/>
              </a:ext>
            </a:extLst>
          </p:cNvPr>
          <p:cNvSpPr txBox="1"/>
          <p:nvPr/>
        </p:nvSpPr>
        <p:spPr>
          <a:xfrm>
            <a:off x="3739695" y="2351843"/>
            <a:ext cx="1213305" cy="246221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pt-BR" sz="1000" dirty="0"/>
              <a:t>Sensor de Corrente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CaixaDeTexto 55">
                <a:extLst>
                  <a:ext uri="{FF2B5EF4-FFF2-40B4-BE49-F238E27FC236}">
                    <a16:creationId xmlns:a16="http://schemas.microsoft.com/office/drawing/2014/main" id="{8177D40B-5F5E-4B98-8A89-434B2BB09662}"/>
                  </a:ext>
                </a:extLst>
              </p:cNvPr>
              <p:cNvSpPr txBox="1"/>
              <p:nvPr/>
            </p:nvSpPr>
            <p:spPr>
              <a:xfrm>
                <a:off x="8013034" y="2833432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𝑃𝑉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6" name="CaixaDeTexto 55">
                <a:extLst>
                  <a:ext uri="{FF2B5EF4-FFF2-40B4-BE49-F238E27FC236}">
                    <a16:creationId xmlns:a16="http://schemas.microsoft.com/office/drawing/2014/main" id="{8177D40B-5F5E-4B98-8A89-434B2BB096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3034" y="2833432"/>
                <a:ext cx="553758" cy="276999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" name="Agrupar 61">
            <a:extLst>
              <a:ext uri="{FF2B5EF4-FFF2-40B4-BE49-F238E27FC236}">
                <a16:creationId xmlns:a16="http://schemas.microsoft.com/office/drawing/2014/main" id="{4697DD18-EDC1-4049-8AD1-9F2EA67A01E8}"/>
              </a:ext>
            </a:extLst>
          </p:cNvPr>
          <p:cNvGrpSpPr/>
          <p:nvPr/>
        </p:nvGrpSpPr>
        <p:grpSpPr>
          <a:xfrm>
            <a:off x="3025256" y="2968457"/>
            <a:ext cx="354252" cy="276999"/>
            <a:chOff x="5984058" y="2980972"/>
            <a:chExt cx="354252" cy="276999"/>
          </a:xfrm>
        </p:grpSpPr>
        <p:sp>
          <p:nvSpPr>
            <p:cNvPr id="63" name="Triângulo isósceles 62">
              <a:extLst>
                <a:ext uri="{FF2B5EF4-FFF2-40B4-BE49-F238E27FC236}">
                  <a16:creationId xmlns:a16="http://schemas.microsoft.com/office/drawing/2014/main" id="{CB69EFB5-F9B6-4F81-89BE-BFD862C74634}"/>
                </a:ext>
              </a:extLst>
            </p:cNvPr>
            <p:cNvSpPr/>
            <p:nvPr/>
          </p:nvSpPr>
          <p:spPr>
            <a:xfrm rot="5400000">
              <a:off x="6022684" y="2942346"/>
              <a:ext cx="276999" cy="354252"/>
            </a:xfrm>
            <a:prstGeom prst="triangle">
              <a:avLst>
                <a:gd name="adj" fmla="val 50000"/>
              </a:avLst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vert="horz" rtlCol="0" anchor="ctr"/>
            <a:lstStyle/>
            <a:p>
              <a:pPr algn="ctr"/>
              <a:endParaRPr lang="pt-BR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CaixaDeTexto 63">
                  <a:extLst>
                    <a:ext uri="{FF2B5EF4-FFF2-40B4-BE49-F238E27FC236}">
                      <a16:creationId xmlns:a16="http://schemas.microsoft.com/office/drawing/2014/main" id="{AB3714C1-9D84-49D7-8EA9-A8721C215EC2}"/>
                    </a:ext>
                  </a:extLst>
                </p:cNvPr>
                <p:cNvSpPr txBox="1"/>
                <p:nvPr/>
              </p:nvSpPr>
              <p:spPr>
                <a:xfrm>
                  <a:off x="6026799" y="2996255"/>
                  <a:ext cx="180000" cy="215444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f>
                          <m:fPr>
                            <m:type m:val="lin"/>
                            <m:ctrlPr>
                              <a:rPr lang="pt-BR" sz="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b>
                              <m:sSubPr>
                                <m:ctrlPr>
                                  <a:rPr lang="pt-BR" sz="8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800" i="1" smtClean="0"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  <m:sub>
                                <m:r>
                                  <a:rPr lang="pt-BR" sz="800" b="0" i="1" smtClean="0"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pt-BR" sz="1000" i="1" dirty="0"/>
                </a:p>
              </p:txBody>
            </p:sp>
          </mc:Choice>
          <mc:Fallback xmlns="">
            <p:sp>
              <p:nvSpPr>
                <p:cNvPr id="64" name="CaixaDeTexto 63">
                  <a:extLst>
                    <a:ext uri="{FF2B5EF4-FFF2-40B4-BE49-F238E27FC236}">
                      <a16:creationId xmlns:a16="http://schemas.microsoft.com/office/drawing/2014/main" id="{AB3714C1-9D84-49D7-8EA9-A8721C215E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26799" y="2996255"/>
                  <a:ext cx="180000" cy="215444"/>
                </a:xfrm>
                <a:prstGeom prst="rect">
                  <a:avLst/>
                </a:prstGeom>
                <a:blipFill>
                  <a:blip r:embed="rId12"/>
                  <a:stretch>
                    <a:fillRect l="-90000" t="-69444" r="-20000" b="-125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  <p:cxnSp>
        <p:nvCxnSpPr>
          <p:cNvPr id="66" name="Conector de Seta Reta 65">
            <a:extLst>
              <a:ext uri="{FF2B5EF4-FFF2-40B4-BE49-F238E27FC236}">
                <a16:creationId xmlns:a16="http://schemas.microsoft.com/office/drawing/2014/main" id="{54B9C99D-AE87-4924-B169-661BB030B4E8}"/>
              </a:ext>
            </a:extLst>
          </p:cNvPr>
          <p:cNvCxnSpPr>
            <a:cxnSpLocks/>
            <a:stCxn id="63" idx="0"/>
            <a:endCxn id="46" idx="2"/>
          </p:cNvCxnSpPr>
          <p:nvPr/>
        </p:nvCxnSpPr>
        <p:spPr>
          <a:xfrm flipV="1">
            <a:off x="3379508" y="3105283"/>
            <a:ext cx="226838" cy="16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Fluxograma: Processo 68">
                <a:extLst>
                  <a:ext uri="{FF2B5EF4-FFF2-40B4-BE49-F238E27FC236}">
                    <a16:creationId xmlns:a16="http://schemas.microsoft.com/office/drawing/2014/main" id="{68B970FA-662C-4ED7-A0D8-FBB7FF3B456C}"/>
                  </a:ext>
                </a:extLst>
              </p:cNvPr>
              <p:cNvSpPr/>
              <p:nvPr/>
            </p:nvSpPr>
            <p:spPr>
              <a:xfrm>
                <a:off x="10700876" y="2899158"/>
                <a:ext cx="298969" cy="410400"/>
              </a:xfrm>
              <a:prstGeom prst="flowChartProcess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pt-B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69" name="Fluxograma: Processo 68">
                <a:extLst>
                  <a:ext uri="{FF2B5EF4-FFF2-40B4-BE49-F238E27FC236}">
                    <a16:creationId xmlns:a16="http://schemas.microsoft.com/office/drawing/2014/main" id="{68B970FA-662C-4ED7-A0D8-FBB7FF3B45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876" y="2899158"/>
                <a:ext cx="298969" cy="410400"/>
              </a:xfrm>
              <a:prstGeom prst="flowChartProcess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Agrupar 35">
            <a:extLst>
              <a:ext uri="{FF2B5EF4-FFF2-40B4-BE49-F238E27FC236}">
                <a16:creationId xmlns:a16="http://schemas.microsoft.com/office/drawing/2014/main" id="{CB2FF2C8-C610-4496-9F74-35F4B277C363}"/>
              </a:ext>
            </a:extLst>
          </p:cNvPr>
          <p:cNvGrpSpPr/>
          <p:nvPr/>
        </p:nvGrpSpPr>
        <p:grpSpPr>
          <a:xfrm>
            <a:off x="3170697" y="5711238"/>
            <a:ext cx="532214" cy="410400"/>
            <a:chOff x="3419475" y="4787333"/>
            <a:chExt cx="532214" cy="410400"/>
          </a:xfrm>
        </p:grpSpPr>
        <p:sp>
          <p:nvSpPr>
            <p:cNvPr id="59" name="Fluxograma: Processo 58">
              <a:extLst>
                <a:ext uri="{FF2B5EF4-FFF2-40B4-BE49-F238E27FC236}">
                  <a16:creationId xmlns:a16="http://schemas.microsoft.com/office/drawing/2014/main" id="{6800E22B-C061-46F4-801E-BB86E2163245}"/>
                </a:ext>
              </a:extLst>
            </p:cNvPr>
            <p:cNvSpPr/>
            <p:nvPr/>
          </p:nvSpPr>
          <p:spPr>
            <a:xfrm>
              <a:off x="3419475" y="4787333"/>
              <a:ext cx="532214" cy="410400"/>
            </a:xfrm>
            <a:prstGeom prst="flowChartProcess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pt-BR" sz="1200" dirty="0"/>
            </a:p>
          </p:txBody>
        </p:sp>
        <p:cxnSp>
          <p:nvCxnSpPr>
            <p:cNvPr id="74" name="Conector de Seta Reta 73">
              <a:extLst>
                <a:ext uri="{FF2B5EF4-FFF2-40B4-BE49-F238E27FC236}">
                  <a16:creationId xmlns:a16="http://schemas.microsoft.com/office/drawing/2014/main" id="{DF08D6BE-BBD4-4E34-AD5D-8BD2D5CDD0BC}"/>
                </a:ext>
              </a:extLst>
            </p:cNvPr>
            <p:cNvCxnSpPr>
              <a:cxnSpLocks/>
            </p:cNvCxnSpPr>
            <p:nvPr/>
          </p:nvCxnSpPr>
          <p:spPr>
            <a:xfrm>
              <a:off x="3818339" y="4839465"/>
              <a:ext cx="94055" cy="0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5" name="Conector de Seta Reta 74">
              <a:extLst>
                <a:ext uri="{FF2B5EF4-FFF2-40B4-BE49-F238E27FC236}">
                  <a16:creationId xmlns:a16="http://schemas.microsoft.com/office/drawing/2014/main" id="{B6AEA91F-629C-4C67-9DCE-44766AA4F7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62338" y="5129979"/>
              <a:ext cx="97170" cy="2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76" name="Conector de Seta Reta 75">
              <a:extLst>
                <a:ext uri="{FF2B5EF4-FFF2-40B4-BE49-F238E27FC236}">
                  <a16:creationId xmlns:a16="http://schemas.microsoft.com/office/drawing/2014/main" id="{E18E7058-324D-4C4A-A7A9-08B4C4D4220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59508" y="4839465"/>
              <a:ext cx="258831" cy="290516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Conector de Seta Reta 79">
              <a:extLst>
                <a:ext uri="{FF2B5EF4-FFF2-40B4-BE49-F238E27FC236}">
                  <a16:creationId xmlns:a16="http://schemas.microsoft.com/office/drawing/2014/main" id="{3F048E85-7B7C-420B-8355-BA20A59042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4988" y="4812884"/>
              <a:ext cx="0" cy="360000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Conector de Seta Reta 81">
              <a:extLst>
                <a:ext uri="{FF2B5EF4-FFF2-40B4-BE49-F238E27FC236}">
                  <a16:creationId xmlns:a16="http://schemas.microsoft.com/office/drawing/2014/main" id="{F9112005-DDB1-4E07-B2C1-CDF0F30DE5C7}"/>
                </a:ext>
              </a:extLst>
            </p:cNvPr>
            <p:cNvCxnSpPr>
              <a:cxnSpLocks/>
            </p:cNvCxnSpPr>
            <p:nvPr/>
          </p:nvCxnSpPr>
          <p:spPr>
            <a:xfrm>
              <a:off x="3462338" y="4992533"/>
              <a:ext cx="450056" cy="0"/>
            </a:xfrm>
            <a:prstGeom prst="straightConnector1">
              <a:avLst/>
            </a:prstGeom>
            <a:ln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93" name="Conector de Seta Reta 92">
            <a:extLst>
              <a:ext uri="{FF2B5EF4-FFF2-40B4-BE49-F238E27FC236}">
                <a16:creationId xmlns:a16="http://schemas.microsoft.com/office/drawing/2014/main" id="{6A797E76-E242-4EAB-A71C-8497535271A0}"/>
              </a:ext>
            </a:extLst>
          </p:cNvPr>
          <p:cNvCxnSpPr>
            <a:cxnSpLocks/>
          </p:cNvCxnSpPr>
          <p:nvPr/>
        </p:nvCxnSpPr>
        <p:spPr>
          <a:xfrm flipV="1">
            <a:off x="10999845" y="3104551"/>
            <a:ext cx="51065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CaixaDeTexto 93">
                <a:extLst>
                  <a:ext uri="{FF2B5EF4-FFF2-40B4-BE49-F238E27FC236}">
                    <a16:creationId xmlns:a16="http://schemas.microsoft.com/office/drawing/2014/main" id="{DDAAFB50-1081-44EB-9600-67E4C26991A8}"/>
                  </a:ext>
                </a:extLst>
              </p:cNvPr>
              <p:cNvSpPr txBox="1"/>
              <p:nvPr/>
            </p:nvSpPr>
            <p:spPr>
              <a:xfrm>
                <a:off x="11139334" y="2843159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94" name="CaixaDeTexto 93">
                <a:extLst>
                  <a:ext uri="{FF2B5EF4-FFF2-40B4-BE49-F238E27FC236}">
                    <a16:creationId xmlns:a16="http://schemas.microsoft.com/office/drawing/2014/main" id="{DDAAFB50-1081-44EB-9600-67E4C26991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9334" y="2843159"/>
                <a:ext cx="553758" cy="276999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4646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uxograma: Processo 3">
            <a:extLst>
              <a:ext uri="{FF2B5EF4-FFF2-40B4-BE49-F238E27FC236}">
                <a16:creationId xmlns:a16="http://schemas.microsoft.com/office/drawing/2014/main" id="{9EBAE7F4-AEF4-470C-9DF9-BB7ED89DE7C1}"/>
              </a:ext>
            </a:extLst>
          </p:cNvPr>
          <p:cNvSpPr/>
          <p:nvPr/>
        </p:nvSpPr>
        <p:spPr>
          <a:xfrm>
            <a:off x="4659254" y="2915882"/>
            <a:ext cx="653616" cy="408552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/>
              <a:t>PID</a:t>
            </a:r>
          </a:p>
          <a:p>
            <a:pPr algn="ctr"/>
            <a:r>
              <a:rPr lang="pt-BR" sz="800" dirty="0"/>
              <a:t>Posição</a:t>
            </a:r>
            <a:endParaRPr lang="pt-BR" sz="1200" dirty="0"/>
          </a:p>
        </p:txBody>
      </p: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5104C636-4EAB-41E8-B782-5E251991FAFD}"/>
              </a:ext>
            </a:extLst>
          </p:cNvPr>
          <p:cNvCxnSpPr>
            <a:cxnSpLocks/>
          </p:cNvCxnSpPr>
          <p:nvPr/>
        </p:nvCxnSpPr>
        <p:spPr>
          <a:xfrm>
            <a:off x="6570779" y="3120158"/>
            <a:ext cx="72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/>
              <p:nvPr/>
            </p:nvSpPr>
            <p:spPr>
              <a:xfrm>
                <a:off x="6855832" y="2843105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𝑃𝑉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5832" y="2843105"/>
                <a:ext cx="553758" cy="2769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Fluxograma: Processo 20">
            <a:extLst>
              <a:ext uri="{FF2B5EF4-FFF2-40B4-BE49-F238E27FC236}">
                <a16:creationId xmlns:a16="http://schemas.microsoft.com/office/drawing/2014/main" id="{69613291-C3C8-4646-A9AD-758E82BDEF86}"/>
              </a:ext>
            </a:extLst>
          </p:cNvPr>
          <p:cNvSpPr/>
          <p:nvPr/>
        </p:nvSpPr>
        <p:spPr>
          <a:xfrm>
            <a:off x="5621220" y="2779517"/>
            <a:ext cx="949559" cy="649479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100" dirty="0">
                <a:ea typeface="Cambria Math" panose="02040503050406030204" pitchFamily="18" charset="0"/>
              </a:rPr>
              <a:t>Acumulador</a:t>
            </a:r>
          </a:p>
        </p:txBody>
      </p:sp>
      <p:cxnSp>
        <p:nvCxnSpPr>
          <p:cNvPr id="48" name="Conector de Seta Reta 47">
            <a:extLst>
              <a:ext uri="{FF2B5EF4-FFF2-40B4-BE49-F238E27FC236}">
                <a16:creationId xmlns:a16="http://schemas.microsoft.com/office/drawing/2014/main" id="{D30A914D-EFF4-4726-B63B-9BDA5E13EAB4}"/>
              </a:ext>
            </a:extLst>
          </p:cNvPr>
          <p:cNvCxnSpPr>
            <a:cxnSpLocks/>
          </p:cNvCxnSpPr>
          <p:nvPr/>
        </p:nvCxnSpPr>
        <p:spPr>
          <a:xfrm>
            <a:off x="5312870" y="3120158"/>
            <a:ext cx="308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5" name="Fluxograma: Conector 64">
            <a:extLst>
              <a:ext uri="{FF2B5EF4-FFF2-40B4-BE49-F238E27FC236}">
                <a16:creationId xmlns:a16="http://schemas.microsoft.com/office/drawing/2014/main" id="{9208D957-A46A-4FE4-B7F8-4640379B73D8}"/>
              </a:ext>
            </a:extLst>
          </p:cNvPr>
          <p:cNvSpPr/>
          <p:nvPr/>
        </p:nvSpPr>
        <p:spPr>
          <a:xfrm>
            <a:off x="3950850" y="2986808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10" name="Conector: Angulado 109">
            <a:extLst>
              <a:ext uri="{FF2B5EF4-FFF2-40B4-BE49-F238E27FC236}">
                <a16:creationId xmlns:a16="http://schemas.microsoft.com/office/drawing/2014/main" id="{FA629322-5B89-4553-A18D-0A8F313CBDB7}"/>
              </a:ext>
            </a:extLst>
          </p:cNvPr>
          <p:cNvCxnSpPr>
            <a:cxnSpLocks/>
            <a:stCxn id="145" idx="4"/>
            <a:endCxn id="65" idx="4"/>
          </p:cNvCxnSpPr>
          <p:nvPr/>
        </p:nvCxnSpPr>
        <p:spPr>
          <a:xfrm rot="5400000">
            <a:off x="5437850" y="1789369"/>
            <a:ext cx="110490" cy="2817789"/>
          </a:xfrm>
          <a:prstGeom prst="bentConnector3">
            <a:avLst>
              <a:gd name="adj1" fmla="val 536782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" name="CaixaDeTexto 114">
            <a:extLst>
              <a:ext uri="{FF2B5EF4-FFF2-40B4-BE49-F238E27FC236}">
                <a16:creationId xmlns:a16="http://schemas.microsoft.com/office/drawing/2014/main" id="{1A2B9167-8DB6-4743-A570-ECAE02716F5D}"/>
              </a:ext>
            </a:extLst>
          </p:cNvPr>
          <p:cNvSpPr txBox="1"/>
          <p:nvPr/>
        </p:nvSpPr>
        <p:spPr>
          <a:xfrm>
            <a:off x="3887482" y="3169887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6" name="CaixaDeTexto 115">
                <a:extLst>
                  <a:ext uri="{FF2B5EF4-FFF2-40B4-BE49-F238E27FC236}">
                    <a16:creationId xmlns:a16="http://schemas.microsoft.com/office/drawing/2014/main" id="{D43D7A3E-C647-4C5F-9233-9DFFA07E606D}"/>
                  </a:ext>
                </a:extLst>
              </p:cNvPr>
              <p:cNvSpPr txBox="1"/>
              <p:nvPr/>
            </p:nvSpPr>
            <p:spPr>
              <a:xfrm>
                <a:off x="3118636" y="2849588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𝑆𝑃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>
          <p:sp>
            <p:nvSpPr>
              <p:cNvPr id="116" name="CaixaDeTexto 115">
                <a:extLst>
                  <a:ext uri="{FF2B5EF4-FFF2-40B4-BE49-F238E27FC236}">
                    <a16:creationId xmlns:a16="http://schemas.microsoft.com/office/drawing/2014/main" id="{D43D7A3E-C647-4C5F-9233-9DFFA07E6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636" y="2849588"/>
                <a:ext cx="553758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5" name="Elipse 144">
            <a:extLst>
              <a:ext uri="{FF2B5EF4-FFF2-40B4-BE49-F238E27FC236}">
                <a16:creationId xmlns:a16="http://schemas.microsoft.com/office/drawing/2014/main" id="{440E041C-A2D1-424A-AED6-EE847DDC8C07}"/>
              </a:ext>
            </a:extLst>
          </p:cNvPr>
          <p:cNvSpPr/>
          <p:nvPr/>
        </p:nvSpPr>
        <p:spPr>
          <a:xfrm>
            <a:off x="6879129" y="3097299"/>
            <a:ext cx="45719" cy="45719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7B9F6F15-A6AF-466E-8EC0-3A4B86888EEC}"/>
              </a:ext>
            </a:extLst>
          </p:cNvPr>
          <p:cNvCxnSpPr>
            <a:cxnSpLocks/>
          </p:cNvCxnSpPr>
          <p:nvPr/>
        </p:nvCxnSpPr>
        <p:spPr>
          <a:xfrm>
            <a:off x="4217550" y="3120157"/>
            <a:ext cx="441704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D29A6B35-64FD-438F-9509-1891798B7681}"/>
              </a:ext>
            </a:extLst>
          </p:cNvPr>
          <p:cNvCxnSpPr>
            <a:cxnSpLocks/>
          </p:cNvCxnSpPr>
          <p:nvPr/>
        </p:nvCxnSpPr>
        <p:spPr>
          <a:xfrm>
            <a:off x="3229272" y="3120158"/>
            <a:ext cx="72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2" name="CaixaDeTexto 201">
            <a:extLst>
              <a:ext uri="{FF2B5EF4-FFF2-40B4-BE49-F238E27FC236}">
                <a16:creationId xmlns:a16="http://schemas.microsoft.com/office/drawing/2014/main" id="{C31406EC-A058-413B-BD4B-618B2F3363D8}"/>
              </a:ext>
            </a:extLst>
          </p:cNvPr>
          <p:cNvSpPr txBox="1"/>
          <p:nvPr/>
        </p:nvSpPr>
        <p:spPr>
          <a:xfrm>
            <a:off x="3949272" y="3533567"/>
            <a:ext cx="1309890" cy="246221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pt-BR" sz="1000" dirty="0"/>
              <a:t>Sensor de Posição</a:t>
            </a:r>
          </a:p>
        </p:txBody>
      </p:sp>
      <p:cxnSp>
        <p:nvCxnSpPr>
          <p:cNvPr id="63" name="Conector de Seta Reta 62">
            <a:extLst>
              <a:ext uri="{FF2B5EF4-FFF2-40B4-BE49-F238E27FC236}">
                <a16:creationId xmlns:a16="http://schemas.microsoft.com/office/drawing/2014/main" id="{D686B254-71FB-441D-BFFA-4FBFD27BD553}"/>
              </a:ext>
            </a:extLst>
          </p:cNvPr>
          <p:cNvCxnSpPr>
            <a:cxnSpLocks/>
          </p:cNvCxnSpPr>
          <p:nvPr/>
        </p:nvCxnSpPr>
        <p:spPr>
          <a:xfrm>
            <a:off x="6096000" y="2424413"/>
            <a:ext cx="0" cy="3551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6" name="CaixaDeTexto 65">
                <a:extLst>
                  <a:ext uri="{FF2B5EF4-FFF2-40B4-BE49-F238E27FC236}">
                    <a16:creationId xmlns:a16="http://schemas.microsoft.com/office/drawing/2014/main" id="{D5286B34-3FC6-4A42-B882-BFF5870274D4}"/>
                  </a:ext>
                </a:extLst>
              </p:cNvPr>
              <p:cNvSpPr txBox="1"/>
              <p:nvPr/>
            </p:nvSpPr>
            <p:spPr>
              <a:xfrm>
                <a:off x="5819120" y="2147414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pt-BR" sz="1200" i="1" dirty="0"/>
              </a:p>
            </p:txBody>
          </p:sp>
        </mc:Choice>
        <mc:Fallback>
          <p:sp>
            <p:nvSpPr>
              <p:cNvPr id="66" name="CaixaDeTexto 65">
                <a:extLst>
                  <a:ext uri="{FF2B5EF4-FFF2-40B4-BE49-F238E27FC236}">
                    <a16:creationId xmlns:a16="http://schemas.microsoft.com/office/drawing/2014/main" id="{D5286B34-3FC6-4A42-B882-BFF5870274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9120" y="2147414"/>
                <a:ext cx="55375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279908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luxograma: Processo 3">
            <a:extLst>
              <a:ext uri="{FF2B5EF4-FFF2-40B4-BE49-F238E27FC236}">
                <a16:creationId xmlns:a16="http://schemas.microsoft.com/office/drawing/2014/main" id="{9EBAE7F4-AEF4-470C-9DF9-BB7ED89DE7C1}"/>
              </a:ext>
            </a:extLst>
          </p:cNvPr>
          <p:cNvSpPr/>
          <p:nvPr/>
        </p:nvSpPr>
        <p:spPr>
          <a:xfrm>
            <a:off x="4659254" y="2915882"/>
            <a:ext cx="653616" cy="408552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200" dirty="0"/>
              <a:t>PID</a:t>
            </a:r>
          </a:p>
          <a:p>
            <a:pPr algn="ctr"/>
            <a:r>
              <a:rPr lang="pt-BR" sz="800" dirty="0"/>
              <a:t>Tensão</a:t>
            </a:r>
            <a:endParaRPr lang="pt-BR" sz="1200" dirty="0"/>
          </a:p>
        </p:txBody>
      </p:sp>
      <p:cxnSp>
        <p:nvCxnSpPr>
          <p:cNvPr id="35" name="Conector de Seta Reta 34">
            <a:extLst>
              <a:ext uri="{FF2B5EF4-FFF2-40B4-BE49-F238E27FC236}">
                <a16:creationId xmlns:a16="http://schemas.microsoft.com/office/drawing/2014/main" id="{5104C636-4EAB-41E8-B782-5E251991FAFD}"/>
              </a:ext>
            </a:extLst>
          </p:cNvPr>
          <p:cNvCxnSpPr>
            <a:cxnSpLocks/>
          </p:cNvCxnSpPr>
          <p:nvPr/>
        </p:nvCxnSpPr>
        <p:spPr>
          <a:xfrm>
            <a:off x="6570779" y="3120158"/>
            <a:ext cx="72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/>
              <p:nvPr/>
            </p:nvSpPr>
            <p:spPr>
              <a:xfrm>
                <a:off x="6855832" y="2843105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𝑃𝑉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>
          <p:sp>
            <p:nvSpPr>
              <p:cNvPr id="52" name="CaixaDeTexto 51">
                <a:extLst>
                  <a:ext uri="{FF2B5EF4-FFF2-40B4-BE49-F238E27FC236}">
                    <a16:creationId xmlns:a16="http://schemas.microsoft.com/office/drawing/2014/main" id="{4B2D9259-EC1E-4816-B29D-3E604FCEC1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5832" y="2843105"/>
                <a:ext cx="553758" cy="27699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Fluxograma: Processo 20">
            <a:extLst>
              <a:ext uri="{FF2B5EF4-FFF2-40B4-BE49-F238E27FC236}">
                <a16:creationId xmlns:a16="http://schemas.microsoft.com/office/drawing/2014/main" id="{69613291-C3C8-4646-A9AD-758E82BDEF86}"/>
              </a:ext>
            </a:extLst>
          </p:cNvPr>
          <p:cNvSpPr/>
          <p:nvPr/>
        </p:nvSpPr>
        <p:spPr>
          <a:xfrm>
            <a:off x="5621220" y="2779517"/>
            <a:ext cx="949559" cy="649479"/>
          </a:xfrm>
          <a:prstGeom prst="flowChartProcess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pt-BR" sz="1100" dirty="0">
                <a:ea typeface="Cambria Math" panose="02040503050406030204" pitchFamily="18" charset="0"/>
              </a:rPr>
              <a:t>Acumulador</a:t>
            </a:r>
          </a:p>
        </p:txBody>
      </p:sp>
      <p:cxnSp>
        <p:nvCxnSpPr>
          <p:cNvPr id="48" name="Conector de Seta Reta 47">
            <a:extLst>
              <a:ext uri="{FF2B5EF4-FFF2-40B4-BE49-F238E27FC236}">
                <a16:creationId xmlns:a16="http://schemas.microsoft.com/office/drawing/2014/main" id="{D30A914D-EFF4-4726-B63B-9BDA5E13EAB4}"/>
              </a:ext>
            </a:extLst>
          </p:cNvPr>
          <p:cNvCxnSpPr>
            <a:cxnSpLocks/>
          </p:cNvCxnSpPr>
          <p:nvPr/>
        </p:nvCxnSpPr>
        <p:spPr>
          <a:xfrm>
            <a:off x="5312870" y="3120158"/>
            <a:ext cx="3083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5" name="Fluxograma: Conector 64">
            <a:extLst>
              <a:ext uri="{FF2B5EF4-FFF2-40B4-BE49-F238E27FC236}">
                <a16:creationId xmlns:a16="http://schemas.microsoft.com/office/drawing/2014/main" id="{9208D957-A46A-4FE4-B7F8-4640379B73D8}"/>
              </a:ext>
            </a:extLst>
          </p:cNvPr>
          <p:cNvSpPr/>
          <p:nvPr/>
        </p:nvSpPr>
        <p:spPr>
          <a:xfrm>
            <a:off x="3950850" y="2986808"/>
            <a:ext cx="266700" cy="266700"/>
          </a:xfrm>
          <a:prstGeom prst="flowChartConnector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l-GR" sz="1050" b="1" dirty="0">
                <a:latin typeface="Cambria Math" panose="02040503050406030204" pitchFamily="18" charset="0"/>
                <a:ea typeface="Cambria Math" panose="02040503050406030204" pitchFamily="18" charset="0"/>
              </a:rPr>
              <a:t>Σ</a:t>
            </a:r>
            <a:endParaRPr lang="pt-BR" sz="1050" b="1" dirty="0">
              <a:latin typeface="Cambria Math" panose="02040503050406030204" pitchFamily="18" charset="0"/>
              <a:ea typeface="Cambria Math" panose="02040503050406030204" pitchFamily="18" charset="0"/>
            </a:endParaRPr>
          </a:p>
        </p:txBody>
      </p:sp>
      <p:cxnSp>
        <p:nvCxnSpPr>
          <p:cNvPr id="110" name="Conector: Angulado 109">
            <a:extLst>
              <a:ext uri="{FF2B5EF4-FFF2-40B4-BE49-F238E27FC236}">
                <a16:creationId xmlns:a16="http://schemas.microsoft.com/office/drawing/2014/main" id="{FA629322-5B89-4553-A18D-0A8F313CBDB7}"/>
              </a:ext>
            </a:extLst>
          </p:cNvPr>
          <p:cNvCxnSpPr>
            <a:cxnSpLocks/>
            <a:stCxn id="145" idx="4"/>
            <a:endCxn id="65" idx="4"/>
          </p:cNvCxnSpPr>
          <p:nvPr/>
        </p:nvCxnSpPr>
        <p:spPr>
          <a:xfrm rot="5400000">
            <a:off x="5437850" y="1789369"/>
            <a:ext cx="110490" cy="2817789"/>
          </a:xfrm>
          <a:prstGeom prst="bentConnector3">
            <a:avLst>
              <a:gd name="adj1" fmla="val 536782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5" name="CaixaDeTexto 114">
            <a:extLst>
              <a:ext uri="{FF2B5EF4-FFF2-40B4-BE49-F238E27FC236}">
                <a16:creationId xmlns:a16="http://schemas.microsoft.com/office/drawing/2014/main" id="{1A2B9167-8DB6-4743-A570-ECAE02716F5D}"/>
              </a:ext>
            </a:extLst>
          </p:cNvPr>
          <p:cNvSpPr txBox="1"/>
          <p:nvPr/>
        </p:nvSpPr>
        <p:spPr>
          <a:xfrm>
            <a:off x="3887482" y="3169887"/>
            <a:ext cx="266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200" dirty="0"/>
              <a:t>-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6" name="CaixaDeTexto 115">
                <a:extLst>
                  <a:ext uri="{FF2B5EF4-FFF2-40B4-BE49-F238E27FC236}">
                    <a16:creationId xmlns:a16="http://schemas.microsoft.com/office/drawing/2014/main" id="{D43D7A3E-C647-4C5F-9233-9DFFA07E606D}"/>
                  </a:ext>
                </a:extLst>
              </p:cNvPr>
              <p:cNvSpPr txBox="1"/>
              <p:nvPr/>
            </p:nvSpPr>
            <p:spPr>
              <a:xfrm>
                <a:off x="3118636" y="2849588"/>
                <a:ext cx="553758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𝑆𝑃</m:t>
                          </m:r>
                        </m:sub>
                      </m:sSub>
                    </m:oMath>
                  </m:oMathPara>
                </a14:m>
                <a:endParaRPr lang="pt-BR" sz="1200" dirty="0"/>
              </a:p>
            </p:txBody>
          </p:sp>
        </mc:Choice>
        <mc:Fallback>
          <p:sp>
            <p:nvSpPr>
              <p:cNvPr id="116" name="CaixaDeTexto 115">
                <a:extLst>
                  <a:ext uri="{FF2B5EF4-FFF2-40B4-BE49-F238E27FC236}">
                    <a16:creationId xmlns:a16="http://schemas.microsoft.com/office/drawing/2014/main" id="{D43D7A3E-C647-4C5F-9233-9DFFA07E60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636" y="2849588"/>
                <a:ext cx="553758" cy="27699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5" name="Elipse 144">
            <a:extLst>
              <a:ext uri="{FF2B5EF4-FFF2-40B4-BE49-F238E27FC236}">
                <a16:creationId xmlns:a16="http://schemas.microsoft.com/office/drawing/2014/main" id="{440E041C-A2D1-424A-AED6-EE847DDC8C07}"/>
              </a:ext>
            </a:extLst>
          </p:cNvPr>
          <p:cNvSpPr/>
          <p:nvPr/>
        </p:nvSpPr>
        <p:spPr>
          <a:xfrm>
            <a:off x="6879129" y="3097299"/>
            <a:ext cx="45719" cy="45719"/>
          </a:xfrm>
          <a:prstGeom prst="ellips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7B9F6F15-A6AF-466E-8EC0-3A4B86888EEC}"/>
              </a:ext>
            </a:extLst>
          </p:cNvPr>
          <p:cNvCxnSpPr>
            <a:cxnSpLocks/>
          </p:cNvCxnSpPr>
          <p:nvPr/>
        </p:nvCxnSpPr>
        <p:spPr>
          <a:xfrm>
            <a:off x="4217550" y="3120157"/>
            <a:ext cx="441704" cy="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D29A6B35-64FD-438F-9509-1891798B7681}"/>
              </a:ext>
            </a:extLst>
          </p:cNvPr>
          <p:cNvCxnSpPr>
            <a:cxnSpLocks/>
          </p:cNvCxnSpPr>
          <p:nvPr/>
        </p:nvCxnSpPr>
        <p:spPr>
          <a:xfrm>
            <a:off x="3229272" y="3120158"/>
            <a:ext cx="720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2" name="CaixaDeTexto 201">
            <a:extLst>
              <a:ext uri="{FF2B5EF4-FFF2-40B4-BE49-F238E27FC236}">
                <a16:creationId xmlns:a16="http://schemas.microsoft.com/office/drawing/2014/main" id="{C31406EC-A058-413B-BD4B-618B2F3363D8}"/>
              </a:ext>
            </a:extLst>
          </p:cNvPr>
          <p:cNvSpPr txBox="1"/>
          <p:nvPr/>
        </p:nvSpPr>
        <p:spPr>
          <a:xfrm>
            <a:off x="3949272" y="3533567"/>
            <a:ext cx="1309890" cy="246221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pt-BR" sz="1000" dirty="0"/>
              <a:t>Sensor de Tensão</a:t>
            </a:r>
          </a:p>
        </p:txBody>
      </p:sp>
    </p:spTree>
    <p:extLst>
      <p:ext uri="{BB962C8B-B14F-4D97-AF65-F5344CB8AC3E}">
        <p14:creationId xmlns:p14="http://schemas.microsoft.com/office/powerpoint/2010/main" val="42854481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915</TotalTime>
  <Words>245</Words>
  <Application>Microsoft Office PowerPoint</Application>
  <PresentationFormat>Widescreen</PresentationFormat>
  <Paragraphs>159</Paragraphs>
  <Slides>10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Eduardo Dörr</dc:creator>
  <cp:lastModifiedBy>Eduardo Dörr</cp:lastModifiedBy>
  <cp:revision>38</cp:revision>
  <dcterms:created xsi:type="dcterms:W3CDTF">2019-05-11T17:21:56Z</dcterms:created>
  <dcterms:modified xsi:type="dcterms:W3CDTF">2019-11-02T20:10:11Z</dcterms:modified>
</cp:coreProperties>
</file>