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1956" y="-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73533-311C-4148-A14C-395CB1CA6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23B65F-21B8-44A4-8F4D-BB75C2F2A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A0E75-BE5F-4ADA-BA18-36178992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51A59F-BBC0-40D1-850F-B39931BE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55F11-0439-4C64-BCAC-C998F645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74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8BC34-7933-4D1C-9F46-4F27D447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DA504-4D6C-492D-BBAA-DBF68C1D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244EAF-37B0-43E7-BD72-77A5F3EE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E00BF0-1F18-42AA-8E76-1113009B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EE2B2-8626-4422-A25B-0F7CD3C3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96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B6588-AE62-4C77-A4EB-68E2548E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90B4E6-F31D-4997-8A05-DF0A9F523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294259-DB44-49E6-870C-3B30FFB4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9B99B-D490-4BB9-90B6-5B48A9D6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7E8F2F-F258-4E02-BC94-625FEAAF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75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625CD-049B-4C0E-8E98-0863B3E8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7AECD-13DC-41B7-97B3-562034F9C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9C50E1-4AB3-4247-A5CF-AF2211ABE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BC77DC-CEF8-4E68-99F1-945EC358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20C6F4-17DE-4ED9-BA13-999B04BB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66355D-0EA2-4E67-8E69-990215D2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18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765DE-71B5-44AD-ACD0-D3359F6C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E08A60-EFE3-449A-97A3-5133FE71E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FD76CD-82B9-4ED9-86FC-569682B59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180256-CA52-46A5-B29E-C18907C63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53178B-BBD6-45FA-AD2F-008EE53A1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00F1FA-6D81-41BB-9221-B171AA28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C040CD-65A5-4965-B159-5A925CB1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DF9535-96CB-419C-8D43-48CAF6B0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34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F0A53-7B08-4621-8029-2A00AF38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1A5656-9E10-47A4-B129-F1579F5B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0788A7-D55C-4B77-B4A5-E71B17A5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265ECC-6C73-4B54-A336-72DD61AF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56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8C5CCF-7DB8-4635-B4BC-23CCC323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37D1FE-2C82-40B2-9E4A-B327C291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F48F22-5975-48AD-81F4-D1903307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2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F54F4-FC73-4E46-AE1D-AF9D1AA79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D02DE-D7D3-4921-A374-3FB475978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187CC4-7F98-43E3-9D60-525288372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34D284-A401-4FA7-B01A-4D4C4498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C5C773-CB83-48A7-B37F-DFF36851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A9A8E8-9413-4E62-96C8-1D061B0B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7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C11E4-8937-4240-8BC7-85BE49E3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7A0EB1-C0CF-4E1A-8FE4-F3AF7438B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441AAB-21A6-4BF8-AB3A-ED0A86D66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863B5A-5906-4A10-A91F-95886F5E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A9D05F-D494-4DC9-A748-7B5A5EF4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BBADFA-C917-48E8-9406-477483C9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5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6A5F2-44A3-4CB5-9E41-70A78D26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F7B97-ED26-49D2-9FA5-48F736458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A28306-BBFC-4539-956E-E6C0313F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DDE31-5196-436A-AAFD-1B7D7729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40A0A6-F446-4C7D-8F1B-847F880B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99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E067F6-09A3-4C4D-9E1C-184F063F9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417135-2CD4-44CE-A3A1-CFF9D0DE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AA92BE-3589-48CF-A2AF-9368EAAE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FF48F2-34B4-41BF-A4AF-DADBBB45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548CFC-9E9D-4E49-8350-A0E39C50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52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CBED3D-D425-4F91-A632-69CBE8FB3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5C5A51-1A2F-4150-AAAE-3624FB938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7D7BAA-FFFD-4B14-AAF8-AA22E5691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E0E1-A2C5-48C6-9105-6CF53D1FF6D2}" type="datetimeFigureOut">
              <a:rPr lang="pt-BR" smtClean="0"/>
              <a:t>22/06/2019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9DD25E-C27A-4603-B6C2-A35A56F39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418855-CB12-4FE1-8D6D-E7B42AAD4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16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12" Type="http://schemas.openxmlformats.org/officeDocument/2006/relationships/image" Target="../media/image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0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7.png"/><Relationship Id="rId5" Type="http://schemas.openxmlformats.org/officeDocument/2006/relationships/image" Target="../media/image36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1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9EBAE7F4-AEF4-470C-9DF9-BB7ED89DE7C1}"/>
              </a:ext>
            </a:extLst>
          </p:cNvPr>
          <p:cNvSpPr/>
          <p:nvPr/>
        </p:nvSpPr>
        <p:spPr>
          <a:xfrm>
            <a:off x="3081527" y="2839128"/>
            <a:ext cx="941781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Controlador</a:t>
            </a:r>
          </a:p>
        </p:txBody>
      </p:sp>
      <p:sp>
        <p:nvSpPr>
          <p:cNvPr id="6" name="Fluxograma: Conector 5">
            <a:extLst>
              <a:ext uri="{FF2B5EF4-FFF2-40B4-BE49-F238E27FC236}">
                <a16:creationId xmlns:a16="http://schemas.microsoft.com/office/drawing/2014/main" id="{D71D1F64-A979-4548-9F47-985CE33D0E9E}"/>
              </a:ext>
            </a:extLst>
          </p:cNvPr>
          <p:cNvSpPr/>
          <p:nvPr/>
        </p:nvSpPr>
        <p:spPr>
          <a:xfrm>
            <a:off x="2261069" y="2975778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F5FEBA4E-4BE4-44E4-8C67-70D3CB0C9C3F}"/>
              </a:ext>
            </a:extLst>
          </p:cNvPr>
          <p:cNvSpPr/>
          <p:nvPr/>
        </p:nvSpPr>
        <p:spPr>
          <a:xfrm>
            <a:off x="4593804" y="2839128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Processo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27769" y="3109128"/>
            <a:ext cx="553758" cy="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</p:cNvCxnSpPr>
          <p:nvPr/>
        </p:nvCxnSpPr>
        <p:spPr>
          <a:xfrm flipV="1">
            <a:off x="1697132" y="3109128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</p:cNvCxnSpPr>
          <p:nvPr/>
        </p:nvCxnSpPr>
        <p:spPr>
          <a:xfrm flipV="1">
            <a:off x="5313804" y="3109128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</p:cNvCxnSpPr>
          <p:nvPr/>
        </p:nvCxnSpPr>
        <p:spPr>
          <a:xfrm flipV="1">
            <a:off x="4031677" y="3109128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E946F8C-0F5F-4CD7-B827-AF3793FFBC80}"/>
              </a:ext>
            </a:extLst>
          </p:cNvPr>
          <p:cNvCxnSpPr>
            <a:cxnSpLocks/>
            <a:stCxn id="36" idx="1"/>
            <a:endCxn id="6" idx="4"/>
          </p:cNvCxnSpPr>
          <p:nvPr/>
        </p:nvCxnSpPr>
        <p:spPr>
          <a:xfrm rot="10800000">
            <a:off x="2394419" y="3242479"/>
            <a:ext cx="1340724" cy="6419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/>
              <p:nvPr/>
            </p:nvSpPr>
            <p:spPr>
              <a:xfrm>
                <a:off x="1555413" y="2828174"/>
                <a:ext cx="553758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13" y="2828174"/>
                <a:ext cx="553758" cy="2912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5724032" y="282117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32" y="2821174"/>
                <a:ext cx="5537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5F2FB6D9-98FB-48A1-80DE-BDE6A04F07B0}"/>
              </a:ext>
            </a:extLst>
          </p:cNvPr>
          <p:cNvSpPr txBox="1"/>
          <p:nvPr/>
        </p:nvSpPr>
        <p:spPr>
          <a:xfrm>
            <a:off x="2127719" y="3177471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sp>
        <p:nvSpPr>
          <p:cNvPr id="36" name="Fluxograma: Processo 35">
            <a:extLst>
              <a:ext uri="{FF2B5EF4-FFF2-40B4-BE49-F238E27FC236}">
                <a16:creationId xmlns:a16="http://schemas.microsoft.com/office/drawing/2014/main" id="{7374C08C-FAA0-4CDB-B27E-C3599A7687FE}"/>
              </a:ext>
            </a:extLst>
          </p:cNvPr>
          <p:cNvSpPr/>
          <p:nvPr/>
        </p:nvSpPr>
        <p:spPr>
          <a:xfrm>
            <a:off x="3735143" y="3614471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Sensor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506FC82E-7F01-407A-A5E6-FF230E85A5D0}"/>
              </a:ext>
            </a:extLst>
          </p:cNvPr>
          <p:cNvCxnSpPr>
            <a:cxnSpLocks/>
            <a:endCxn id="36" idx="3"/>
          </p:cNvCxnSpPr>
          <p:nvPr/>
        </p:nvCxnSpPr>
        <p:spPr>
          <a:xfrm rot="10800000" flipV="1">
            <a:off x="4455143" y="3109127"/>
            <a:ext cx="1063704" cy="775343"/>
          </a:xfrm>
          <a:prstGeom prst="bentConnector3">
            <a:avLst>
              <a:gd name="adj1" fmla="val -19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/>
              <p:nvPr/>
            </p:nvSpPr>
            <p:spPr>
              <a:xfrm>
                <a:off x="4023308" y="2842473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08" y="2842473"/>
                <a:ext cx="5537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7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9EBAE7F4-AEF4-470C-9DF9-BB7ED89DE7C1}"/>
              </a:ext>
            </a:extLst>
          </p:cNvPr>
          <p:cNvSpPr/>
          <p:nvPr/>
        </p:nvSpPr>
        <p:spPr>
          <a:xfrm>
            <a:off x="3081527" y="2839136"/>
            <a:ext cx="720001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PID</a:t>
            </a:r>
          </a:p>
        </p:txBody>
      </p:sp>
      <p:sp>
        <p:nvSpPr>
          <p:cNvPr id="6" name="Fluxograma: Conector 5">
            <a:extLst>
              <a:ext uri="{FF2B5EF4-FFF2-40B4-BE49-F238E27FC236}">
                <a16:creationId xmlns:a16="http://schemas.microsoft.com/office/drawing/2014/main" id="{D71D1F64-A979-4548-9F47-985CE33D0E9E}"/>
              </a:ext>
            </a:extLst>
          </p:cNvPr>
          <p:cNvSpPr/>
          <p:nvPr/>
        </p:nvSpPr>
        <p:spPr>
          <a:xfrm>
            <a:off x="2261069" y="251382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F5FEBA4E-4BE4-44E4-8C67-70D3CB0C9C3F}"/>
              </a:ext>
            </a:extLst>
          </p:cNvPr>
          <p:cNvSpPr/>
          <p:nvPr/>
        </p:nvSpPr>
        <p:spPr>
          <a:xfrm>
            <a:off x="5336767" y="2377173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Processo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27769" y="2646776"/>
            <a:ext cx="553758" cy="4623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</p:cNvCxnSpPr>
          <p:nvPr/>
        </p:nvCxnSpPr>
        <p:spPr>
          <a:xfrm flipV="1">
            <a:off x="1697132" y="2647173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</p:cNvCxnSpPr>
          <p:nvPr/>
        </p:nvCxnSpPr>
        <p:spPr>
          <a:xfrm flipV="1">
            <a:off x="6056767" y="2647173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  <a:stCxn id="4" idx="3"/>
            <a:endCxn id="37" idx="2"/>
          </p:cNvCxnSpPr>
          <p:nvPr/>
        </p:nvCxnSpPr>
        <p:spPr>
          <a:xfrm flipV="1">
            <a:off x="3801528" y="2816277"/>
            <a:ext cx="742650" cy="2928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E946F8C-0F5F-4CD7-B827-AF3793FFBC80}"/>
              </a:ext>
            </a:extLst>
          </p:cNvPr>
          <p:cNvCxnSpPr>
            <a:cxnSpLocks/>
            <a:stCxn id="36" idx="1"/>
            <a:endCxn id="6" idx="4"/>
          </p:cNvCxnSpPr>
          <p:nvPr/>
        </p:nvCxnSpPr>
        <p:spPr>
          <a:xfrm rot="10800000">
            <a:off x="2394419" y="2780523"/>
            <a:ext cx="1340724" cy="11039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/>
              <p:nvPr/>
            </p:nvSpPr>
            <p:spPr>
              <a:xfrm>
                <a:off x="1555413" y="2366219"/>
                <a:ext cx="553758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13" y="2366219"/>
                <a:ext cx="553758" cy="2912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6466995" y="235921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995" y="2359219"/>
                <a:ext cx="5537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2392609" y="2380517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609" y="2380517"/>
                <a:ext cx="5537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5F2FB6D9-98FB-48A1-80DE-BDE6A04F07B0}"/>
              </a:ext>
            </a:extLst>
          </p:cNvPr>
          <p:cNvSpPr txBox="1"/>
          <p:nvPr/>
        </p:nvSpPr>
        <p:spPr>
          <a:xfrm>
            <a:off x="2127719" y="2715516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sp>
        <p:nvSpPr>
          <p:cNvPr id="36" name="Fluxograma: Processo 35">
            <a:extLst>
              <a:ext uri="{FF2B5EF4-FFF2-40B4-BE49-F238E27FC236}">
                <a16:creationId xmlns:a16="http://schemas.microsoft.com/office/drawing/2014/main" id="{7374C08C-FAA0-4CDB-B27E-C3599A7687FE}"/>
              </a:ext>
            </a:extLst>
          </p:cNvPr>
          <p:cNvSpPr/>
          <p:nvPr/>
        </p:nvSpPr>
        <p:spPr>
          <a:xfrm>
            <a:off x="3735143" y="3614471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Sensor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506FC82E-7F01-407A-A5E6-FF230E85A5D0}"/>
              </a:ext>
            </a:extLst>
          </p:cNvPr>
          <p:cNvCxnSpPr>
            <a:cxnSpLocks/>
            <a:endCxn id="36" idx="3"/>
          </p:cNvCxnSpPr>
          <p:nvPr/>
        </p:nvCxnSpPr>
        <p:spPr>
          <a:xfrm rot="10800000" flipV="1">
            <a:off x="4455144" y="2646775"/>
            <a:ext cx="1878503" cy="1237695"/>
          </a:xfrm>
          <a:prstGeom prst="bentConnector3">
            <a:avLst>
              <a:gd name="adj1" fmla="val 8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/>
              <p:nvPr/>
            </p:nvSpPr>
            <p:spPr>
              <a:xfrm>
                <a:off x="4828790" y="2380518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90" y="2380518"/>
                <a:ext cx="5537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uxograma: Processo 17">
            <a:extLst>
              <a:ext uri="{FF2B5EF4-FFF2-40B4-BE49-F238E27FC236}">
                <a16:creationId xmlns:a16="http://schemas.microsoft.com/office/drawing/2014/main" id="{F9A2D0A4-5804-49AE-9F8E-5A2F35D927CE}"/>
              </a:ext>
            </a:extLst>
          </p:cNvPr>
          <p:cNvSpPr/>
          <p:nvPr/>
        </p:nvSpPr>
        <p:spPr>
          <a:xfrm>
            <a:off x="3081526" y="1911558"/>
            <a:ext cx="720001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8B80250-6A68-446C-AB42-07A42C7D1EF0}"/>
              </a:ext>
            </a:extLst>
          </p:cNvPr>
          <p:cNvCxnSpPr>
            <a:cxnSpLocks/>
            <a:stCxn id="6" idx="6"/>
            <a:endCxn id="18" idx="1"/>
          </p:cNvCxnSpPr>
          <p:nvPr/>
        </p:nvCxnSpPr>
        <p:spPr>
          <a:xfrm flipV="1">
            <a:off x="2527769" y="2181558"/>
            <a:ext cx="553757" cy="465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34">
            <a:extLst>
              <a:ext uri="{FF2B5EF4-FFF2-40B4-BE49-F238E27FC236}">
                <a16:creationId xmlns:a16="http://schemas.microsoft.com/office/drawing/2014/main" id="{3749FA34-EF3E-4DF5-996D-55395E233158}"/>
              </a:ext>
            </a:extLst>
          </p:cNvPr>
          <p:cNvCxnSpPr>
            <a:cxnSpLocks/>
            <a:stCxn id="18" idx="3"/>
            <a:endCxn id="23" idx="2"/>
          </p:cNvCxnSpPr>
          <p:nvPr/>
        </p:nvCxnSpPr>
        <p:spPr>
          <a:xfrm>
            <a:off x="3801527" y="2181558"/>
            <a:ext cx="736771" cy="292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1CE28C0D-3183-4408-AD46-6DA7F17C8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127" y="2007166"/>
            <a:ext cx="354799" cy="348785"/>
          </a:xfrm>
          <a:prstGeom prst="rect">
            <a:avLst/>
          </a:prstGeom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2EA32D58-1300-4AD9-B90F-873E40A1B5F9}"/>
              </a:ext>
            </a:extLst>
          </p:cNvPr>
          <p:cNvSpPr/>
          <p:nvPr/>
        </p:nvSpPr>
        <p:spPr>
          <a:xfrm>
            <a:off x="4538298" y="245155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65A3BDDE-8170-4CAF-9130-35BD3B6156F3}"/>
              </a:ext>
            </a:extLst>
          </p:cNvPr>
          <p:cNvSpPr/>
          <p:nvPr/>
        </p:nvSpPr>
        <p:spPr>
          <a:xfrm>
            <a:off x="4544178" y="279341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FA39F418-4B84-477D-A900-656A9D57B68E}"/>
              </a:ext>
            </a:extLst>
          </p:cNvPr>
          <p:cNvSpPr/>
          <p:nvPr/>
        </p:nvSpPr>
        <p:spPr>
          <a:xfrm>
            <a:off x="4880820" y="262391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4FEDBE1A-0853-4B65-96D5-E50080B0D890}"/>
              </a:ext>
            </a:extLst>
          </p:cNvPr>
          <p:cNvCxnSpPr>
            <a:cxnSpLocks/>
            <a:stCxn id="39" idx="6"/>
            <a:endCxn id="10" idx="1"/>
          </p:cNvCxnSpPr>
          <p:nvPr/>
        </p:nvCxnSpPr>
        <p:spPr>
          <a:xfrm>
            <a:off x="4926539" y="2646775"/>
            <a:ext cx="410228" cy="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0D3CE9AE-A286-498F-B304-E56C460CF01D}"/>
              </a:ext>
            </a:extLst>
          </p:cNvPr>
          <p:cNvCxnSpPr>
            <a:cxnSpLocks/>
            <a:stCxn id="23" idx="6"/>
            <a:endCxn id="39" idx="2"/>
          </p:cNvCxnSpPr>
          <p:nvPr/>
        </p:nvCxnSpPr>
        <p:spPr>
          <a:xfrm>
            <a:off x="4584017" y="2474418"/>
            <a:ext cx="296803" cy="17235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F3191A6A-09D9-43D0-8F77-C5F18D312E97}"/>
              </a:ext>
            </a:extLst>
          </p:cNvPr>
          <p:cNvCxnSpPr>
            <a:cxnSpLocks/>
            <a:stCxn id="37" idx="6"/>
            <a:endCxn id="39" idx="2"/>
          </p:cNvCxnSpPr>
          <p:nvPr/>
        </p:nvCxnSpPr>
        <p:spPr>
          <a:xfrm flipV="1">
            <a:off x="4589897" y="2646775"/>
            <a:ext cx="290923" cy="169502"/>
          </a:xfrm>
          <a:prstGeom prst="straightConnector1">
            <a:avLst/>
          </a:prstGeom>
          <a:ln w="63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1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/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  <a:blipFill>
                <a:blip r:embed="rId2"/>
                <a:stretch>
                  <a:fillRect l="-62500" t="-127778" r="-75000" b="-19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/>
              <p:nvPr/>
            </p:nvSpPr>
            <p:spPr>
              <a:xfrm>
                <a:off x="3303308" y="3552700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3552700"/>
                <a:ext cx="720000" cy="540000"/>
              </a:xfrm>
              <a:prstGeom prst="flowChartProcess">
                <a:avLst/>
              </a:prstGeom>
              <a:blipFill>
                <a:blip r:embed="rId3"/>
                <a:stretch>
                  <a:fillRect l="-3333" r="-8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uxograma: Conector 5">
            <a:extLst>
              <a:ext uri="{FF2B5EF4-FFF2-40B4-BE49-F238E27FC236}">
                <a16:creationId xmlns:a16="http://schemas.microsoft.com/office/drawing/2014/main" id="{D71D1F64-A979-4548-9F47-985CE33D0E9E}"/>
              </a:ext>
            </a:extLst>
          </p:cNvPr>
          <p:cNvSpPr/>
          <p:nvPr/>
        </p:nvSpPr>
        <p:spPr>
          <a:xfrm>
            <a:off x="2261069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/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Fluxograma: Processo 7">
                <a:extLst>
                  <a:ext uri="{FF2B5EF4-FFF2-40B4-BE49-F238E27FC236}">
                    <a16:creationId xmlns:a16="http://schemas.microsoft.com/office/drawing/2014/main" id="{888A7C30-9C69-4799-AFCC-4AF14E3C916F}"/>
                  </a:ext>
                </a:extLst>
              </p:cNvPr>
              <p:cNvSpPr/>
              <p:nvPr/>
            </p:nvSpPr>
            <p:spPr>
              <a:xfrm>
                <a:off x="5416072" y="2821625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8" name="Fluxograma: Processo 7">
                <a:extLst>
                  <a:ext uri="{FF2B5EF4-FFF2-40B4-BE49-F238E27FC236}">
                    <a16:creationId xmlns:a16="http://schemas.microsoft.com/office/drawing/2014/main" id="{888A7C30-9C69-4799-AFCC-4AF14E3C9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72" y="2821625"/>
                <a:ext cx="720000" cy="540000"/>
              </a:xfrm>
              <a:prstGeom prst="flowChartProcess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uxograma: Conector 8">
            <a:extLst>
              <a:ext uri="{FF2B5EF4-FFF2-40B4-BE49-F238E27FC236}">
                <a16:creationId xmlns:a16="http://schemas.microsoft.com/office/drawing/2014/main" id="{AE3C29D7-6736-4A6F-9FBC-10312D809BA1}"/>
              </a:ext>
            </a:extLst>
          </p:cNvPr>
          <p:cNvSpPr/>
          <p:nvPr/>
        </p:nvSpPr>
        <p:spPr>
          <a:xfrm>
            <a:off x="6689830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F5FEBA4E-4BE4-44E4-8C67-70D3CB0C9C3F}"/>
              </a:ext>
            </a:extLst>
          </p:cNvPr>
          <p:cNvSpPr/>
          <p:nvPr/>
        </p:nvSpPr>
        <p:spPr>
          <a:xfrm>
            <a:off x="7510288" y="2821625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Atuador</a:t>
            </a:r>
          </a:p>
          <a:p>
            <a:pPr algn="ctr"/>
            <a:r>
              <a:rPr lang="pt-BR" sz="1100" dirty="0">
                <a:ea typeface="Cambria Math" panose="02040503050406030204" pitchFamily="18" charset="0"/>
              </a:rPr>
              <a:t>Processo</a:t>
            </a:r>
          </a:p>
        </p:txBody>
      </p:sp>
      <p:sp>
        <p:nvSpPr>
          <p:cNvPr id="11" name="Fluxograma: Conector 10">
            <a:extLst>
              <a:ext uri="{FF2B5EF4-FFF2-40B4-BE49-F238E27FC236}">
                <a16:creationId xmlns:a16="http://schemas.microsoft.com/office/drawing/2014/main" id="{115B249D-DB5C-4CDC-BE16-2B1DA3499AB5}"/>
              </a:ext>
            </a:extLst>
          </p:cNvPr>
          <p:cNvSpPr/>
          <p:nvPr/>
        </p:nvSpPr>
        <p:spPr>
          <a:xfrm>
            <a:off x="8323017" y="422029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</p:cNvCxnSpPr>
          <p:nvPr/>
        </p:nvCxnSpPr>
        <p:spPr>
          <a:xfrm flipV="1">
            <a:off x="2527769" y="3090832"/>
            <a:ext cx="775539" cy="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</p:cNvCxnSpPr>
          <p:nvPr/>
        </p:nvCxnSpPr>
        <p:spPr>
          <a:xfrm flipV="1">
            <a:off x="1697132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0F951C3-501F-4B4C-843D-FF57FC7EC718}"/>
              </a:ext>
            </a:extLst>
          </p:cNvPr>
          <p:cNvCxnSpPr>
            <a:cxnSpLocks/>
          </p:cNvCxnSpPr>
          <p:nvPr/>
        </p:nvCxnSpPr>
        <p:spPr>
          <a:xfrm flipV="1">
            <a:off x="6136072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12AA10-49B0-4577-B44E-182C874ADDB4}"/>
              </a:ext>
            </a:extLst>
          </p:cNvPr>
          <p:cNvCxnSpPr>
            <a:cxnSpLocks/>
          </p:cNvCxnSpPr>
          <p:nvPr/>
        </p:nvCxnSpPr>
        <p:spPr>
          <a:xfrm flipV="1">
            <a:off x="6956530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</p:cNvCxnSpPr>
          <p:nvPr/>
        </p:nvCxnSpPr>
        <p:spPr>
          <a:xfrm flipV="1">
            <a:off x="8230288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7CE3991-460F-4347-A72C-FFE561BBD2F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56367" y="3086403"/>
            <a:ext cx="0" cy="1133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2536BCE-FEAA-40BF-A399-01149976799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767837" y="3287228"/>
            <a:ext cx="732815" cy="3381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6">
            <a:extLst>
              <a:ext uri="{FF2B5EF4-FFF2-40B4-BE49-F238E27FC236}">
                <a16:creationId xmlns:a16="http://schemas.microsoft.com/office/drawing/2014/main" id="{B98C683F-8279-4C2B-AD9C-F5EEC7B75CFF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2767742" y="2561132"/>
            <a:ext cx="733276" cy="3378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uxograma: Conector 33">
            <a:extLst>
              <a:ext uri="{FF2B5EF4-FFF2-40B4-BE49-F238E27FC236}">
                <a16:creationId xmlns:a16="http://schemas.microsoft.com/office/drawing/2014/main" id="{9EAD05B5-E367-48D9-AD06-4D0622C5F7CD}"/>
              </a:ext>
            </a:extLst>
          </p:cNvPr>
          <p:cNvSpPr/>
          <p:nvPr/>
        </p:nvSpPr>
        <p:spPr>
          <a:xfrm>
            <a:off x="4595614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</p:cNvCxnSpPr>
          <p:nvPr/>
        </p:nvCxnSpPr>
        <p:spPr>
          <a:xfrm flipV="1">
            <a:off x="4031677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E80A1742-BE39-45D5-B4E4-9EC896FFA65E}"/>
              </a:ext>
            </a:extLst>
          </p:cNvPr>
          <p:cNvCxnSpPr>
            <a:cxnSpLocks/>
          </p:cNvCxnSpPr>
          <p:nvPr/>
        </p:nvCxnSpPr>
        <p:spPr>
          <a:xfrm flipV="1">
            <a:off x="4862314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E946F8C-0F5F-4CD7-B827-AF3793FFBC80}"/>
              </a:ext>
            </a:extLst>
          </p:cNvPr>
          <p:cNvCxnSpPr>
            <a:stCxn id="11" idx="2"/>
            <a:endCxn id="6" idx="4"/>
          </p:cNvCxnSpPr>
          <p:nvPr/>
        </p:nvCxnSpPr>
        <p:spPr>
          <a:xfrm rot="10800000">
            <a:off x="2394419" y="3224975"/>
            <a:ext cx="5928598" cy="1128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15B14A29-3231-4F22-BB80-CE57D574D073}"/>
              </a:ext>
            </a:extLst>
          </p:cNvPr>
          <p:cNvCxnSpPr>
            <a:stCxn id="7" idx="3"/>
            <a:endCxn id="34" idx="0"/>
          </p:cNvCxnSpPr>
          <p:nvPr/>
        </p:nvCxnSpPr>
        <p:spPr>
          <a:xfrm>
            <a:off x="4023308" y="2363422"/>
            <a:ext cx="705656" cy="594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1DB45FCC-862B-456D-9C43-0A42D0AE75A9}"/>
              </a:ext>
            </a:extLst>
          </p:cNvPr>
          <p:cNvCxnSpPr>
            <a:stCxn id="5" idx="3"/>
            <a:endCxn id="34" idx="4"/>
          </p:cNvCxnSpPr>
          <p:nvPr/>
        </p:nvCxnSpPr>
        <p:spPr>
          <a:xfrm flipV="1">
            <a:off x="4023308" y="3224975"/>
            <a:ext cx="705656" cy="5977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/>
              <p:nvPr/>
            </p:nvSpPr>
            <p:spPr>
              <a:xfrm>
                <a:off x="1555413" y="282817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𝑠𝑝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13" y="2828174"/>
                <a:ext cx="553758" cy="276999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/>
              <p:nvPr/>
            </p:nvSpPr>
            <p:spPr>
              <a:xfrm>
                <a:off x="1881973" y="3321121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973" y="3321121"/>
                <a:ext cx="553758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4A04353-2FCC-4163-8BD5-994FA3C84F93}"/>
              </a:ext>
            </a:extLst>
          </p:cNvPr>
          <p:cNvCxnSpPr>
            <a:cxnSpLocks/>
          </p:cNvCxnSpPr>
          <p:nvPr/>
        </p:nvCxnSpPr>
        <p:spPr>
          <a:xfrm rot="5400000" flipV="1">
            <a:off x="6546301" y="267965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/>
              <p:nvPr/>
            </p:nvSpPr>
            <p:spPr>
              <a:xfrm>
                <a:off x="6159595" y="280940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95" y="2809404"/>
                <a:ext cx="553758" cy="276999"/>
              </a:xfrm>
              <a:prstGeom prst="rect">
                <a:avLst/>
              </a:prstGeom>
              <a:blipFill>
                <a:blip r:embed="rId8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E7F717B-51FF-404A-818E-B039B96641A0}"/>
                  </a:ext>
                </a:extLst>
              </p:cNvPr>
              <p:cNvSpPr txBox="1"/>
              <p:nvPr/>
            </p:nvSpPr>
            <p:spPr>
              <a:xfrm>
                <a:off x="6713353" y="2320341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E7F717B-51FF-404A-818E-B039B9664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353" y="2320341"/>
                <a:ext cx="553758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8640516" y="2806098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𝑝𝑣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516" y="2806098"/>
                <a:ext cx="553758" cy="276999"/>
              </a:xfrm>
              <a:prstGeom prst="rect">
                <a:avLst/>
              </a:prstGeom>
              <a:blipFill>
                <a:blip r:embed="rId1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81561BEE-B645-4BA9-B095-1EACD9D1388D}"/>
              </a:ext>
            </a:extLst>
          </p:cNvPr>
          <p:cNvCxnSpPr>
            <a:cxnSpLocks/>
          </p:cNvCxnSpPr>
          <p:nvPr/>
        </p:nvCxnSpPr>
        <p:spPr>
          <a:xfrm flipH="1" flipV="1">
            <a:off x="8589717" y="435364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47B1036-96F1-42E4-87D6-9C0CCE3C2F4C}"/>
                  </a:ext>
                </a:extLst>
              </p:cNvPr>
              <p:cNvSpPr txBox="1"/>
              <p:nvPr/>
            </p:nvSpPr>
            <p:spPr>
              <a:xfrm>
                <a:off x="8723066" y="4076646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47B1036-96F1-42E4-87D6-9C0CCE3C2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066" y="4076646"/>
                <a:ext cx="553758" cy="276999"/>
              </a:xfrm>
              <a:prstGeom prst="rect">
                <a:avLst/>
              </a:prstGeom>
              <a:blipFill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blipFill>
                <a:blip r:embed="rId1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5F2FB6D9-98FB-48A1-80DE-BDE6A04F07B0}"/>
              </a:ext>
            </a:extLst>
          </p:cNvPr>
          <p:cNvSpPr txBox="1"/>
          <p:nvPr/>
        </p:nvSpPr>
        <p:spPr>
          <a:xfrm>
            <a:off x="2132613" y="3119632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679801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/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/>
              <p:nvPr/>
            </p:nvSpPr>
            <p:spPr>
              <a:xfrm>
                <a:off x="3303308" y="3552700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3552700"/>
                <a:ext cx="720000" cy="540000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uxograma: Conector 5">
            <a:extLst>
              <a:ext uri="{FF2B5EF4-FFF2-40B4-BE49-F238E27FC236}">
                <a16:creationId xmlns:a16="http://schemas.microsoft.com/office/drawing/2014/main" id="{D71D1F64-A979-4548-9F47-985CE33D0E9E}"/>
              </a:ext>
            </a:extLst>
          </p:cNvPr>
          <p:cNvSpPr/>
          <p:nvPr/>
        </p:nvSpPr>
        <p:spPr>
          <a:xfrm>
            <a:off x="2261069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/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uxograma: Conector 8">
            <a:extLst>
              <a:ext uri="{FF2B5EF4-FFF2-40B4-BE49-F238E27FC236}">
                <a16:creationId xmlns:a16="http://schemas.microsoft.com/office/drawing/2014/main" id="{AE3C29D7-6736-4A6F-9FBC-10312D809BA1}"/>
              </a:ext>
            </a:extLst>
          </p:cNvPr>
          <p:cNvSpPr/>
          <p:nvPr/>
        </p:nvSpPr>
        <p:spPr>
          <a:xfrm>
            <a:off x="5411097" y="2961756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F5FEBA4E-4BE4-44E4-8C67-70D3CB0C9C3F}"/>
              </a:ext>
            </a:extLst>
          </p:cNvPr>
          <p:cNvSpPr/>
          <p:nvPr/>
        </p:nvSpPr>
        <p:spPr>
          <a:xfrm>
            <a:off x="6231555" y="2825106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Atuador</a:t>
            </a:r>
          </a:p>
          <a:p>
            <a:pPr algn="ctr"/>
            <a:r>
              <a:rPr lang="pt-BR" sz="1100" dirty="0">
                <a:ea typeface="Cambria Math" panose="02040503050406030204" pitchFamily="18" charset="0"/>
              </a:rPr>
              <a:t>Processo</a:t>
            </a:r>
          </a:p>
        </p:txBody>
      </p:sp>
      <p:sp>
        <p:nvSpPr>
          <p:cNvPr id="11" name="Fluxograma: Conector 10">
            <a:extLst>
              <a:ext uri="{FF2B5EF4-FFF2-40B4-BE49-F238E27FC236}">
                <a16:creationId xmlns:a16="http://schemas.microsoft.com/office/drawing/2014/main" id="{115B249D-DB5C-4CDC-BE16-2B1DA3499AB5}"/>
              </a:ext>
            </a:extLst>
          </p:cNvPr>
          <p:cNvSpPr/>
          <p:nvPr/>
        </p:nvSpPr>
        <p:spPr>
          <a:xfrm>
            <a:off x="7044284" y="4223776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</p:cNvCxnSpPr>
          <p:nvPr/>
        </p:nvCxnSpPr>
        <p:spPr>
          <a:xfrm flipV="1">
            <a:off x="2527769" y="3090832"/>
            <a:ext cx="775539" cy="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</p:cNvCxnSpPr>
          <p:nvPr/>
        </p:nvCxnSpPr>
        <p:spPr>
          <a:xfrm flipV="1">
            <a:off x="1697132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0F951C3-501F-4B4C-843D-FF57FC7EC718}"/>
              </a:ext>
            </a:extLst>
          </p:cNvPr>
          <p:cNvCxnSpPr>
            <a:cxnSpLocks/>
          </p:cNvCxnSpPr>
          <p:nvPr/>
        </p:nvCxnSpPr>
        <p:spPr>
          <a:xfrm flipV="1">
            <a:off x="4857339" y="309510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12AA10-49B0-4577-B44E-182C874ADDB4}"/>
              </a:ext>
            </a:extLst>
          </p:cNvPr>
          <p:cNvCxnSpPr>
            <a:cxnSpLocks/>
          </p:cNvCxnSpPr>
          <p:nvPr/>
        </p:nvCxnSpPr>
        <p:spPr>
          <a:xfrm flipV="1">
            <a:off x="5677797" y="309510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</p:cNvCxnSpPr>
          <p:nvPr/>
        </p:nvCxnSpPr>
        <p:spPr>
          <a:xfrm flipV="1">
            <a:off x="6951555" y="309510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7CE3991-460F-4347-A72C-FFE561BBD2F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177634" y="3089884"/>
            <a:ext cx="0" cy="1133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2536BCE-FEAA-40BF-A399-01149976799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767837" y="3287228"/>
            <a:ext cx="732815" cy="3381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6">
            <a:extLst>
              <a:ext uri="{FF2B5EF4-FFF2-40B4-BE49-F238E27FC236}">
                <a16:creationId xmlns:a16="http://schemas.microsoft.com/office/drawing/2014/main" id="{B98C683F-8279-4C2B-AD9C-F5EEC7B75CFF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2767742" y="2561132"/>
            <a:ext cx="733276" cy="3378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uxograma: Conector 33">
            <a:extLst>
              <a:ext uri="{FF2B5EF4-FFF2-40B4-BE49-F238E27FC236}">
                <a16:creationId xmlns:a16="http://schemas.microsoft.com/office/drawing/2014/main" id="{9EAD05B5-E367-48D9-AD06-4D0622C5F7CD}"/>
              </a:ext>
            </a:extLst>
          </p:cNvPr>
          <p:cNvSpPr/>
          <p:nvPr/>
        </p:nvSpPr>
        <p:spPr>
          <a:xfrm>
            <a:off x="4595614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</p:cNvCxnSpPr>
          <p:nvPr/>
        </p:nvCxnSpPr>
        <p:spPr>
          <a:xfrm flipV="1">
            <a:off x="4031677" y="3091625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E946F8C-0F5F-4CD7-B827-AF3793FFBC80}"/>
              </a:ext>
            </a:extLst>
          </p:cNvPr>
          <p:cNvCxnSpPr>
            <a:stCxn id="11" idx="2"/>
            <a:endCxn id="6" idx="4"/>
          </p:cNvCxnSpPr>
          <p:nvPr/>
        </p:nvCxnSpPr>
        <p:spPr>
          <a:xfrm rot="10800000">
            <a:off x="2394420" y="3224976"/>
            <a:ext cx="4649865" cy="11321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15B14A29-3231-4F22-BB80-CE57D574D073}"/>
              </a:ext>
            </a:extLst>
          </p:cNvPr>
          <p:cNvCxnSpPr>
            <a:stCxn id="7" idx="3"/>
            <a:endCxn id="34" idx="0"/>
          </p:cNvCxnSpPr>
          <p:nvPr/>
        </p:nvCxnSpPr>
        <p:spPr>
          <a:xfrm>
            <a:off x="4023308" y="2363422"/>
            <a:ext cx="705656" cy="594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1DB45FCC-862B-456D-9C43-0A42D0AE75A9}"/>
              </a:ext>
            </a:extLst>
          </p:cNvPr>
          <p:cNvCxnSpPr>
            <a:stCxn id="5" idx="3"/>
            <a:endCxn id="34" idx="4"/>
          </p:cNvCxnSpPr>
          <p:nvPr/>
        </p:nvCxnSpPr>
        <p:spPr>
          <a:xfrm flipV="1">
            <a:off x="4023308" y="3224975"/>
            <a:ext cx="705656" cy="5977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/>
              <p:nvPr/>
            </p:nvSpPr>
            <p:spPr>
              <a:xfrm>
                <a:off x="1555413" y="282817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0E5A82B-631F-4200-AF37-85B86FB3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13" y="2828174"/>
                <a:ext cx="553758" cy="276999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/>
              <p:nvPr/>
            </p:nvSpPr>
            <p:spPr>
              <a:xfrm>
                <a:off x="1881973" y="3321121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973" y="3321121"/>
                <a:ext cx="553758" cy="276999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4A04353-2FCC-4163-8BD5-994FA3C84F93}"/>
              </a:ext>
            </a:extLst>
          </p:cNvPr>
          <p:cNvCxnSpPr>
            <a:cxnSpLocks/>
          </p:cNvCxnSpPr>
          <p:nvPr/>
        </p:nvCxnSpPr>
        <p:spPr>
          <a:xfrm rot="5400000" flipV="1">
            <a:off x="5267568" y="268313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/>
              <p:nvPr/>
            </p:nvSpPr>
            <p:spPr>
              <a:xfrm>
                <a:off x="4880862" y="2812885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862" y="2812885"/>
                <a:ext cx="553758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E7F717B-51FF-404A-818E-B039B96641A0}"/>
                  </a:ext>
                </a:extLst>
              </p:cNvPr>
              <p:cNvSpPr txBox="1"/>
              <p:nvPr/>
            </p:nvSpPr>
            <p:spPr>
              <a:xfrm>
                <a:off x="5434620" y="2323822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E7F717B-51FF-404A-818E-B039B9664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620" y="2323822"/>
                <a:ext cx="553758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7361783" y="280957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83" y="2809579"/>
                <a:ext cx="553758" cy="276999"/>
              </a:xfrm>
              <a:prstGeom prst="rect">
                <a:avLst/>
              </a:prstGeom>
              <a:blipFill>
                <a:blip r:embed="rId9"/>
                <a:stretch>
                  <a:fillRect r="-1111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81561BEE-B645-4BA9-B095-1EACD9D1388D}"/>
              </a:ext>
            </a:extLst>
          </p:cNvPr>
          <p:cNvCxnSpPr>
            <a:cxnSpLocks/>
          </p:cNvCxnSpPr>
          <p:nvPr/>
        </p:nvCxnSpPr>
        <p:spPr>
          <a:xfrm flipH="1" flipV="1">
            <a:off x="7310984" y="435712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47B1036-96F1-42E4-87D6-9C0CCE3C2F4C}"/>
                  </a:ext>
                </a:extLst>
              </p:cNvPr>
              <p:cNvSpPr txBox="1"/>
              <p:nvPr/>
            </p:nvSpPr>
            <p:spPr>
              <a:xfrm>
                <a:off x="7444333" y="4080127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47B1036-96F1-42E4-87D6-9C0CCE3C2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333" y="4080127"/>
                <a:ext cx="553758" cy="276999"/>
              </a:xfrm>
              <a:prstGeom prst="rect">
                <a:avLst/>
              </a:prstGeom>
              <a:blipFill>
                <a:blip r:embed="rId1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908" y="2832289"/>
                <a:ext cx="553758" cy="276999"/>
              </a:xfrm>
              <a:prstGeom prst="rect">
                <a:avLst/>
              </a:prstGeom>
              <a:blipFill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aixaDeTexto 35">
            <a:extLst>
              <a:ext uri="{FF2B5EF4-FFF2-40B4-BE49-F238E27FC236}">
                <a16:creationId xmlns:a16="http://schemas.microsoft.com/office/drawing/2014/main" id="{DF66D415-AC8D-428F-960C-4BC57670495D}"/>
              </a:ext>
            </a:extLst>
          </p:cNvPr>
          <p:cNvSpPr txBox="1"/>
          <p:nvPr/>
        </p:nvSpPr>
        <p:spPr>
          <a:xfrm>
            <a:off x="2132613" y="3119632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1817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/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" name="Fluxograma: Processo 3">
                <a:extLst>
                  <a:ext uri="{FF2B5EF4-FFF2-40B4-BE49-F238E27FC236}">
                    <a16:creationId xmlns:a16="http://schemas.microsoft.com/office/drawing/2014/main" id="{9EBAE7F4-AEF4-470C-9DF9-BB7ED89DE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821625"/>
                <a:ext cx="720000" cy="540000"/>
              </a:xfrm>
              <a:prstGeom prst="flowChartProcess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/>
              <p:nvPr/>
            </p:nvSpPr>
            <p:spPr>
              <a:xfrm>
                <a:off x="2583308" y="3549828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" name="Fluxograma: Processo 4">
                <a:extLst>
                  <a:ext uri="{FF2B5EF4-FFF2-40B4-BE49-F238E27FC236}">
                    <a16:creationId xmlns:a16="http://schemas.microsoft.com/office/drawing/2014/main" id="{AB74129B-55AE-4616-801F-32B876AF7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308" y="3549828"/>
                <a:ext cx="720000" cy="540000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uxograma: Conector 5">
            <a:extLst>
              <a:ext uri="{FF2B5EF4-FFF2-40B4-BE49-F238E27FC236}">
                <a16:creationId xmlns:a16="http://schemas.microsoft.com/office/drawing/2014/main" id="{D71D1F64-A979-4548-9F47-985CE33D0E9E}"/>
              </a:ext>
            </a:extLst>
          </p:cNvPr>
          <p:cNvSpPr/>
          <p:nvPr/>
        </p:nvSpPr>
        <p:spPr>
          <a:xfrm>
            <a:off x="3529958" y="3689350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/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7" name="Fluxograma: Processo 6">
                <a:extLst>
                  <a:ext uri="{FF2B5EF4-FFF2-40B4-BE49-F238E27FC236}">
                    <a16:creationId xmlns:a16="http://schemas.microsoft.com/office/drawing/2014/main" id="{6D317DF2-FBBA-4CF1-906E-F2BBCC9FB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8" y="2093422"/>
                <a:ext cx="720000" cy="540000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F5FEBA4E-4BE4-44E4-8C67-70D3CB0C9C3F}"/>
              </a:ext>
            </a:extLst>
          </p:cNvPr>
          <p:cNvSpPr/>
          <p:nvPr/>
        </p:nvSpPr>
        <p:spPr>
          <a:xfrm>
            <a:off x="5758156" y="2817750"/>
            <a:ext cx="72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Atuador</a:t>
            </a:r>
          </a:p>
        </p:txBody>
      </p:sp>
      <p:sp>
        <p:nvSpPr>
          <p:cNvPr id="11" name="Fluxograma: Conector 10">
            <a:extLst>
              <a:ext uri="{FF2B5EF4-FFF2-40B4-BE49-F238E27FC236}">
                <a16:creationId xmlns:a16="http://schemas.microsoft.com/office/drawing/2014/main" id="{115B249D-DB5C-4CDC-BE16-2B1DA3499AB5}"/>
              </a:ext>
            </a:extLst>
          </p:cNvPr>
          <p:cNvSpPr/>
          <p:nvPr/>
        </p:nvSpPr>
        <p:spPr>
          <a:xfrm>
            <a:off x="5971134" y="3556000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</p:cNvCxnSpPr>
          <p:nvPr/>
        </p:nvCxnSpPr>
        <p:spPr>
          <a:xfrm>
            <a:off x="1784350" y="3090832"/>
            <a:ext cx="1518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0F951C3-501F-4B4C-843D-FF57FC7EC718}"/>
              </a:ext>
            </a:extLst>
          </p:cNvPr>
          <p:cNvCxnSpPr>
            <a:cxnSpLocks/>
          </p:cNvCxnSpPr>
          <p:nvPr/>
        </p:nvCxnSpPr>
        <p:spPr>
          <a:xfrm flipV="1">
            <a:off x="5200239" y="3095106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</p:cNvCxnSpPr>
          <p:nvPr/>
        </p:nvCxnSpPr>
        <p:spPr>
          <a:xfrm flipV="1">
            <a:off x="6478156" y="3087750"/>
            <a:ext cx="553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2536BCE-FEAA-40BF-A399-01149976799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035231" y="3271751"/>
            <a:ext cx="728996" cy="3671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6">
            <a:extLst>
              <a:ext uri="{FF2B5EF4-FFF2-40B4-BE49-F238E27FC236}">
                <a16:creationId xmlns:a16="http://schemas.microsoft.com/office/drawing/2014/main" id="{B98C683F-8279-4C2B-AD9C-F5EEC7B75CF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216152" y="2363422"/>
            <a:ext cx="1087156" cy="727409"/>
          </a:xfrm>
          <a:prstGeom prst="bentConnector3">
            <a:avLst>
              <a:gd name="adj1" fmla="val -2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uxograma: Conector 33">
            <a:extLst>
              <a:ext uri="{FF2B5EF4-FFF2-40B4-BE49-F238E27FC236}">
                <a16:creationId xmlns:a16="http://schemas.microsoft.com/office/drawing/2014/main" id="{9EAD05B5-E367-48D9-AD06-4D0622C5F7CD}"/>
              </a:ext>
            </a:extLst>
          </p:cNvPr>
          <p:cNvSpPr/>
          <p:nvPr/>
        </p:nvSpPr>
        <p:spPr>
          <a:xfrm>
            <a:off x="4938514" y="2958275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4031677" y="3091625"/>
            <a:ext cx="906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E946F8C-0F5F-4CD7-B827-AF3793FFBC80}"/>
              </a:ext>
            </a:extLst>
          </p:cNvPr>
          <p:cNvCxnSpPr>
            <a:cxnSpLocks/>
            <a:stCxn id="50" idx="2"/>
            <a:endCxn id="11" idx="2"/>
          </p:cNvCxnSpPr>
          <p:nvPr/>
        </p:nvCxnSpPr>
        <p:spPr>
          <a:xfrm rot="16200000" flipH="1">
            <a:off x="5436154" y="3154370"/>
            <a:ext cx="599466" cy="4704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15B14A29-3231-4F22-BB80-CE57D574D073}"/>
              </a:ext>
            </a:extLst>
          </p:cNvPr>
          <p:cNvCxnSpPr>
            <a:stCxn id="7" idx="3"/>
            <a:endCxn id="34" idx="0"/>
          </p:cNvCxnSpPr>
          <p:nvPr/>
        </p:nvCxnSpPr>
        <p:spPr>
          <a:xfrm>
            <a:off x="4023308" y="2363422"/>
            <a:ext cx="1048556" cy="594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1DB45FCC-862B-456D-9C43-0A42D0AE75A9}"/>
              </a:ext>
            </a:extLst>
          </p:cNvPr>
          <p:cNvCxnSpPr>
            <a:cxnSpLocks/>
            <a:stCxn id="65" idx="3"/>
            <a:endCxn id="34" idx="4"/>
          </p:cNvCxnSpPr>
          <p:nvPr/>
        </p:nvCxnSpPr>
        <p:spPr>
          <a:xfrm flipV="1">
            <a:off x="4746814" y="3224975"/>
            <a:ext cx="325050" cy="6003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/>
              <p:nvPr/>
            </p:nvSpPr>
            <p:spPr>
              <a:xfrm>
                <a:off x="6057761" y="3800901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8369D91-0BE2-44D0-A690-880BCC5D7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761" y="3800901"/>
                <a:ext cx="553758" cy="276999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/>
              <p:nvPr/>
            </p:nvSpPr>
            <p:spPr>
              <a:xfrm>
                <a:off x="5223762" y="2812885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018945-AE4E-48FA-AE09-2A16BECB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762" y="2812885"/>
                <a:ext cx="553758" cy="276999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6463812" y="2807068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812" y="2807068"/>
                <a:ext cx="553758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81561BEE-B645-4BA9-B095-1EACD9D1388D}"/>
              </a:ext>
            </a:extLst>
          </p:cNvPr>
          <p:cNvCxnSpPr>
            <a:cxnSpLocks/>
            <a:stCxn id="52" idx="2"/>
            <a:endCxn id="11" idx="6"/>
          </p:cNvCxnSpPr>
          <p:nvPr/>
        </p:nvCxnSpPr>
        <p:spPr>
          <a:xfrm rot="5400000">
            <a:off x="6186622" y="3135280"/>
            <a:ext cx="605283" cy="5028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1728120" y="2817742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120" y="2817742"/>
                <a:ext cx="553758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aixaDeTexto 35">
            <a:extLst>
              <a:ext uri="{FF2B5EF4-FFF2-40B4-BE49-F238E27FC236}">
                <a16:creationId xmlns:a16="http://schemas.microsoft.com/office/drawing/2014/main" id="{DF66D415-AC8D-428F-960C-4BC57670495D}"/>
              </a:ext>
            </a:extLst>
          </p:cNvPr>
          <p:cNvSpPr txBox="1"/>
          <p:nvPr/>
        </p:nvSpPr>
        <p:spPr>
          <a:xfrm>
            <a:off x="5740978" y="3429000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F42A997F-0A28-4018-AB79-16397C1043EC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3303308" y="3819828"/>
            <a:ext cx="226650" cy="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Fluxograma: Processo 57">
                <a:extLst>
                  <a:ext uri="{FF2B5EF4-FFF2-40B4-BE49-F238E27FC236}">
                    <a16:creationId xmlns:a16="http://schemas.microsoft.com/office/drawing/2014/main" id="{2BC7753A-354E-46CB-BD94-B99043550E2D}"/>
                  </a:ext>
                </a:extLst>
              </p:cNvPr>
              <p:cNvSpPr/>
              <p:nvPr/>
            </p:nvSpPr>
            <p:spPr>
              <a:xfrm>
                <a:off x="4377358" y="4226050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8" name="Fluxograma: Processo 57">
                <a:extLst>
                  <a:ext uri="{FF2B5EF4-FFF2-40B4-BE49-F238E27FC236}">
                    <a16:creationId xmlns:a16="http://schemas.microsoft.com/office/drawing/2014/main" id="{2BC7753A-354E-46CB-BD94-B99043550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358" y="4226050"/>
                <a:ext cx="720000" cy="540000"/>
              </a:xfrm>
              <a:prstGeom prst="flowChartProcess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ector de Seta Reta 26">
            <a:extLst>
              <a:ext uri="{FF2B5EF4-FFF2-40B4-BE49-F238E27FC236}">
                <a16:creationId xmlns:a16="http://schemas.microsoft.com/office/drawing/2014/main" id="{A78B7EE1-C6CF-4A58-AA13-F3C0931EDA78}"/>
              </a:ext>
            </a:extLst>
          </p:cNvPr>
          <p:cNvCxnSpPr>
            <a:cxnSpLocks/>
            <a:stCxn id="11" idx="4"/>
            <a:endCxn id="58" idx="3"/>
          </p:cNvCxnSpPr>
          <p:nvPr/>
        </p:nvCxnSpPr>
        <p:spPr>
          <a:xfrm rot="5400000">
            <a:off x="5264246" y="3655812"/>
            <a:ext cx="673350" cy="10071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 de Seta Reta 26">
            <a:extLst>
              <a:ext uri="{FF2B5EF4-FFF2-40B4-BE49-F238E27FC236}">
                <a16:creationId xmlns:a16="http://schemas.microsoft.com/office/drawing/2014/main" id="{1B6F18FC-B1E3-4EE7-8016-D45073DEE243}"/>
              </a:ext>
            </a:extLst>
          </p:cNvPr>
          <p:cNvCxnSpPr>
            <a:cxnSpLocks/>
            <a:stCxn id="58" idx="1"/>
            <a:endCxn id="6" idx="4"/>
          </p:cNvCxnSpPr>
          <p:nvPr/>
        </p:nvCxnSpPr>
        <p:spPr>
          <a:xfrm rot="10800000">
            <a:off x="3663308" y="3956050"/>
            <a:ext cx="714050" cy="540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Fluxograma: Processo 64">
                <a:extLst>
                  <a:ext uri="{FF2B5EF4-FFF2-40B4-BE49-F238E27FC236}">
                    <a16:creationId xmlns:a16="http://schemas.microsoft.com/office/drawing/2014/main" id="{C3AE55A2-BB5E-48A7-9E02-32A2F2A05719}"/>
                  </a:ext>
                </a:extLst>
              </p:cNvPr>
              <p:cNvSpPr/>
              <p:nvPr/>
            </p:nvSpPr>
            <p:spPr>
              <a:xfrm>
                <a:off x="4026814" y="3555339"/>
                <a:ext cx="720000" cy="5400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65" name="Fluxograma: Processo 64">
                <a:extLst>
                  <a:ext uri="{FF2B5EF4-FFF2-40B4-BE49-F238E27FC236}">
                    <a16:creationId xmlns:a16="http://schemas.microsoft.com/office/drawing/2014/main" id="{C3AE55A2-BB5E-48A7-9E02-32A2F2A05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814" y="3555339"/>
                <a:ext cx="720000" cy="540000"/>
              </a:xfrm>
              <a:prstGeom prst="flowChartProcess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B42E10F4-DAD5-4D73-869F-712A26A1D162}"/>
              </a:ext>
            </a:extLst>
          </p:cNvPr>
          <p:cNvCxnSpPr>
            <a:cxnSpLocks/>
            <a:stCxn id="6" idx="6"/>
            <a:endCxn id="65" idx="1"/>
          </p:cNvCxnSpPr>
          <p:nvPr/>
        </p:nvCxnSpPr>
        <p:spPr>
          <a:xfrm>
            <a:off x="3796658" y="3822700"/>
            <a:ext cx="2301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56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9F64654-491B-44D4-8810-F7BC4FB56C16}"/>
              </a:ext>
            </a:extLst>
          </p:cNvPr>
          <p:cNvSpPr/>
          <p:nvPr/>
        </p:nvSpPr>
        <p:spPr>
          <a:xfrm>
            <a:off x="1413249" y="1027480"/>
            <a:ext cx="2534387" cy="1003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F037E6-BD5B-489A-9973-08D9C8DA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69" y="1106563"/>
            <a:ext cx="994147" cy="68311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05B0DA5-F98F-4B74-9D32-2AE5D0150C0F}"/>
              </a:ext>
            </a:extLst>
          </p:cNvPr>
          <p:cNvSpPr/>
          <p:nvPr/>
        </p:nvSpPr>
        <p:spPr>
          <a:xfrm>
            <a:off x="3006427" y="4545273"/>
            <a:ext cx="888275" cy="13539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394063DD-87C5-4AB8-840E-872DC95220BF}"/>
              </a:ext>
            </a:extLst>
          </p:cNvPr>
          <p:cNvGrpSpPr/>
          <p:nvPr/>
        </p:nvGrpSpPr>
        <p:grpSpPr>
          <a:xfrm>
            <a:off x="3082982" y="4786614"/>
            <a:ext cx="735163" cy="871267"/>
            <a:chOff x="6443993" y="1930965"/>
            <a:chExt cx="4073525" cy="323338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EE3A44BF-D2BE-4EBC-99EF-68731FA4F1F4}"/>
                </a:ext>
              </a:extLst>
            </p:cNvPr>
            <p:cNvSpPr/>
            <p:nvPr/>
          </p:nvSpPr>
          <p:spPr>
            <a:xfrm>
              <a:off x="7016152" y="4577751"/>
              <a:ext cx="586596" cy="5865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6D42D5F-32BB-4694-AB28-175E60CE91E7}"/>
                </a:ext>
              </a:extLst>
            </p:cNvPr>
            <p:cNvSpPr/>
            <p:nvPr/>
          </p:nvSpPr>
          <p:spPr>
            <a:xfrm>
              <a:off x="8189343" y="4577751"/>
              <a:ext cx="586596" cy="5865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46E25153-D119-4ED2-BE1C-8747DB0D270B}"/>
                </a:ext>
              </a:extLst>
            </p:cNvPr>
            <p:cNvSpPr/>
            <p:nvPr/>
          </p:nvSpPr>
          <p:spPr>
            <a:xfrm>
              <a:off x="9362536" y="4577751"/>
              <a:ext cx="586596" cy="5865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AA678496-ADFB-4C9F-812E-77B3C3C711F5}"/>
                </a:ext>
              </a:extLst>
            </p:cNvPr>
            <p:cNvCxnSpPr>
              <a:cxnSpLocks/>
            </p:cNvCxnSpPr>
            <p:nvPr/>
          </p:nvCxnSpPr>
          <p:spPr>
            <a:xfrm>
              <a:off x="7602748" y="2508849"/>
              <a:ext cx="0" cy="2362200"/>
            </a:xfrm>
            <a:prstGeom prst="line">
              <a:avLst/>
            </a:prstGeom>
            <a:ln>
              <a:head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DBCB8168-0B12-4FF5-A5E0-6E3022D749A7}"/>
                </a:ext>
              </a:extLst>
            </p:cNvPr>
            <p:cNvCxnSpPr>
              <a:cxnSpLocks/>
            </p:cNvCxnSpPr>
            <p:nvPr/>
          </p:nvCxnSpPr>
          <p:spPr>
            <a:xfrm>
              <a:off x="8189344" y="2508849"/>
              <a:ext cx="0" cy="23622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29217A32-69F8-464A-8A3D-9570D0C9C3E2}"/>
                </a:ext>
              </a:extLst>
            </p:cNvPr>
            <p:cNvCxnSpPr>
              <a:cxnSpLocks/>
            </p:cNvCxnSpPr>
            <p:nvPr/>
          </p:nvCxnSpPr>
          <p:spPr>
            <a:xfrm>
              <a:off x="8775940" y="2508849"/>
              <a:ext cx="0" cy="23622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28F42D89-AFF6-47F4-807E-1F3DD519D203}"/>
                </a:ext>
              </a:extLst>
            </p:cNvPr>
            <p:cNvCxnSpPr>
              <a:cxnSpLocks/>
            </p:cNvCxnSpPr>
            <p:nvPr/>
          </p:nvCxnSpPr>
          <p:spPr>
            <a:xfrm>
              <a:off x="9362536" y="2508849"/>
              <a:ext cx="0" cy="23622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45CEDA49-09D6-474B-A538-9A84EAF8FA3A}"/>
                </a:ext>
              </a:extLst>
            </p:cNvPr>
            <p:cNvCxnSpPr>
              <a:cxnSpLocks/>
              <a:endCxn id="7" idx="4"/>
            </p:cNvCxnSpPr>
            <p:nvPr/>
          </p:nvCxnSpPr>
          <p:spPr>
            <a:xfrm flipH="1">
              <a:off x="9655834" y="5164347"/>
              <a:ext cx="861684" cy="0"/>
            </a:xfrm>
            <a:prstGeom prst="line">
              <a:avLst/>
            </a:prstGeom>
            <a:ln>
              <a:head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12D6B560-ABFF-46EF-A8E0-B8066C795D0F}"/>
                </a:ext>
              </a:extLst>
            </p:cNvPr>
            <p:cNvCxnSpPr>
              <a:cxnSpLocks/>
            </p:cNvCxnSpPr>
            <p:nvPr/>
          </p:nvCxnSpPr>
          <p:spPr>
            <a:xfrm>
              <a:off x="6443993" y="5164347"/>
              <a:ext cx="8604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C278EFD2-B53B-4E32-9206-FB679A930D4C}"/>
                </a:ext>
              </a:extLst>
            </p:cNvPr>
            <p:cNvSpPr/>
            <p:nvPr/>
          </p:nvSpPr>
          <p:spPr>
            <a:xfrm>
              <a:off x="6939594" y="1930965"/>
              <a:ext cx="3086094" cy="570466"/>
            </a:xfrm>
            <a:prstGeom prst="rect">
              <a:avLst/>
            </a:prstGeom>
            <a:noFill/>
            <a:ln w="127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268EBC2-CB4F-416E-82CC-91392A152463}"/>
                </a:ext>
              </a:extLst>
            </p:cNvPr>
            <p:cNvSpPr/>
            <p:nvPr/>
          </p:nvSpPr>
          <p:spPr>
            <a:xfrm>
              <a:off x="7602748" y="2215551"/>
              <a:ext cx="586596" cy="5865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D8CAB5E9-52CE-4D8C-8612-C079AE442AE9}"/>
                </a:ext>
              </a:extLst>
            </p:cNvPr>
            <p:cNvSpPr/>
            <p:nvPr/>
          </p:nvSpPr>
          <p:spPr>
            <a:xfrm>
              <a:off x="8775939" y="2215551"/>
              <a:ext cx="586596" cy="5865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6D183F39-977F-4018-8161-72153AB2B48C}"/>
              </a:ext>
            </a:extLst>
          </p:cNvPr>
          <p:cNvGrpSpPr/>
          <p:nvPr/>
        </p:nvGrpSpPr>
        <p:grpSpPr>
          <a:xfrm>
            <a:off x="1956639" y="5389893"/>
            <a:ext cx="523096" cy="269777"/>
            <a:chOff x="5509404" y="2540681"/>
            <a:chExt cx="1154982" cy="586596"/>
          </a:xfrm>
        </p:grpSpPr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399DC8BD-260B-4E18-81AE-8860B5D447DE}"/>
                </a:ext>
              </a:extLst>
            </p:cNvPr>
            <p:cNvSpPr/>
            <p:nvPr/>
          </p:nvSpPr>
          <p:spPr>
            <a:xfrm>
              <a:off x="5509404" y="2540681"/>
              <a:ext cx="586596" cy="5865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77467FBB-E16E-4B58-82C2-3DC8D4D7E6E0}"/>
                </a:ext>
              </a:extLst>
            </p:cNvPr>
            <p:cNvCxnSpPr>
              <a:cxnSpLocks/>
              <a:endCxn id="55" idx="4"/>
            </p:cNvCxnSpPr>
            <p:nvPr/>
          </p:nvCxnSpPr>
          <p:spPr>
            <a:xfrm flipH="1">
              <a:off x="5802702" y="3127277"/>
              <a:ext cx="861684" cy="0"/>
            </a:xfrm>
            <a:prstGeom prst="line">
              <a:avLst/>
            </a:prstGeom>
            <a:ln>
              <a:head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24516002-5B08-4ED9-A7D2-056D3287F6DE}"/>
                </a:ext>
              </a:extLst>
            </p:cNvPr>
            <p:cNvSpPr/>
            <p:nvPr/>
          </p:nvSpPr>
          <p:spPr>
            <a:xfrm>
              <a:off x="5712702" y="2743979"/>
              <a:ext cx="180000" cy="180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EAB52DAE-0D46-4351-A974-C5E584E2AAEC}"/>
              </a:ext>
            </a:extLst>
          </p:cNvPr>
          <p:cNvSpPr/>
          <p:nvPr/>
        </p:nvSpPr>
        <p:spPr>
          <a:xfrm>
            <a:off x="1857210" y="5232557"/>
            <a:ext cx="721955" cy="5844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63645853-954B-4280-B6A2-8E6FC9026835}"/>
              </a:ext>
            </a:extLst>
          </p:cNvPr>
          <p:cNvGrpSpPr/>
          <p:nvPr/>
        </p:nvGrpSpPr>
        <p:grpSpPr>
          <a:xfrm flipH="1">
            <a:off x="4418504" y="5389893"/>
            <a:ext cx="523096" cy="269777"/>
            <a:chOff x="5509404" y="2540681"/>
            <a:chExt cx="1154982" cy="586596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B6CA337D-557A-4294-A03C-90359FCD5CCB}"/>
                </a:ext>
              </a:extLst>
            </p:cNvPr>
            <p:cNvSpPr/>
            <p:nvPr/>
          </p:nvSpPr>
          <p:spPr>
            <a:xfrm>
              <a:off x="5509404" y="2540681"/>
              <a:ext cx="586596" cy="5865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4" name="Conector reto 113">
              <a:extLst>
                <a:ext uri="{FF2B5EF4-FFF2-40B4-BE49-F238E27FC236}">
                  <a16:creationId xmlns:a16="http://schemas.microsoft.com/office/drawing/2014/main" id="{41C4CE4F-CE39-46F9-B6D5-61FD1CAE8450}"/>
                </a:ext>
              </a:extLst>
            </p:cNvPr>
            <p:cNvCxnSpPr>
              <a:cxnSpLocks/>
              <a:endCxn id="113" idx="4"/>
            </p:cNvCxnSpPr>
            <p:nvPr/>
          </p:nvCxnSpPr>
          <p:spPr>
            <a:xfrm flipH="1">
              <a:off x="5802702" y="3127277"/>
              <a:ext cx="861684" cy="0"/>
            </a:xfrm>
            <a:prstGeom prst="line">
              <a:avLst/>
            </a:prstGeom>
            <a:ln>
              <a:head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F424EB20-A7FF-46EB-836F-36259F7392EE}"/>
                </a:ext>
              </a:extLst>
            </p:cNvPr>
            <p:cNvSpPr/>
            <p:nvPr/>
          </p:nvSpPr>
          <p:spPr>
            <a:xfrm>
              <a:off x="5712702" y="2743979"/>
              <a:ext cx="180000" cy="180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4B85B638-4502-4B90-82F0-8F026E541852}"/>
              </a:ext>
            </a:extLst>
          </p:cNvPr>
          <p:cNvSpPr/>
          <p:nvPr/>
        </p:nvSpPr>
        <p:spPr>
          <a:xfrm flipH="1">
            <a:off x="4319075" y="5232557"/>
            <a:ext cx="721955" cy="5844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65A8F55E-FCA9-4C0A-99F7-656DEFB9A565}"/>
              </a:ext>
            </a:extLst>
          </p:cNvPr>
          <p:cNvSpPr/>
          <p:nvPr/>
        </p:nvSpPr>
        <p:spPr>
          <a:xfrm>
            <a:off x="2100812" y="4745924"/>
            <a:ext cx="234749" cy="23474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M</a:t>
            </a:r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5473B67F-4630-4B11-BD42-669B9AFCA8F5}"/>
              </a:ext>
            </a:extLst>
          </p:cNvPr>
          <p:cNvSpPr/>
          <p:nvPr/>
        </p:nvSpPr>
        <p:spPr>
          <a:xfrm>
            <a:off x="4565568" y="4745924"/>
            <a:ext cx="234749" cy="23474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M</a:t>
            </a:r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A00AC2AA-4FFF-4B3A-BBFA-B353672A1115}"/>
              </a:ext>
            </a:extLst>
          </p:cNvPr>
          <p:cNvSpPr/>
          <p:nvPr/>
        </p:nvSpPr>
        <p:spPr>
          <a:xfrm>
            <a:off x="3333189" y="4121262"/>
            <a:ext cx="234749" cy="23474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M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4547577A-F6DF-4E88-B81E-761F54A0312E}"/>
              </a:ext>
            </a:extLst>
          </p:cNvPr>
          <p:cNvCxnSpPr>
            <a:stCxn id="118" idx="4"/>
            <a:endCxn id="107" idx="0"/>
          </p:cNvCxnSpPr>
          <p:nvPr/>
        </p:nvCxnSpPr>
        <p:spPr>
          <a:xfrm>
            <a:off x="2218187" y="4980673"/>
            <a:ext cx="1" cy="251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E830FD92-A0EB-47BC-8C12-6F3134B68E10}"/>
              </a:ext>
            </a:extLst>
          </p:cNvPr>
          <p:cNvCxnSpPr>
            <a:cxnSpLocks/>
            <a:stCxn id="119" idx="4"/>
            <a:endCxn id="116" idx="0"/>
          </p:cNvCxnSpPr>
          <p:nvPr/>
        </p:nvCxnSpPr>
        <p:spPr>
          <a:xfrm flipH="1">
            <a:off x="4680052" y="4980673"/>
            <a:ext cx="2891" cy="251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A98E2A20-5EE6-42A1-BCB9-A95BB75986C0}"/>
              </a:ext>
            </a:extLst>
          </p:cNvPr>
          <p:cNvCxnSpPr>
            <a:cxnSpLocks/>
            <a:stCxn id="120" idx="4"/>
            <a:endCxn id="4" idx="0"/>
          </p:cNvCxnSpPr>
          <p:nvPr/>
        </p:nvCxnSpPr>
        <p:spPr>
          <a:xfrm>
            <a:off x="3450564" y="4356011"/>
            <a:ext cx="1" cy="1892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172FD48B-EA05-4A62-906C-1C0E65EC82A1}"/>
              </a:ext>
            </a:extLst>
          </p:cNvPr>
          <p:cNvSpPr txBox="1"/>
          <p:nvPr/>
        </p:nvSpPr>
        <p:spPr>
          <a:xfrm>
            <a:off x="1770511" y="5753167"/>
            <a:ext cx="895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Bobinador #1</a:t>
            </a:r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3A3FCB92-DA54-42F7-8AF0-E0E98E9F19A1}"/>
              </a:ext>
            </a:extLst>
          </p:cNvPr>
          <p:cNvSpPr txBox="1"/>
          <p:nvPr/>
        </p:nvSpPr>
        <p:spPr>
          <a:xfrm>
            <a:off x="4235268" y="5753166"/>
            <a:ext cx="895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Bobinador #2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14D5A609-5FDB-4989-A897-248CDDDC9011}"/>
              </a:ext>
            </a:extLst>
          </p:cNvPr>
          <p:cNvSpPr txBox="1"/>
          <p:nvPr/>
        </p:nvSpPr>
        <p:spPr>
          <a:xfrm>
            <a:off x="3002888" y="5842264"/>
            <a:ext cx="895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Acumulador</a:t>
            </a:r>
          </a:p>
        </p:txBody>
      </p: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5B38E177-3223-4A72-B676-9D5A44BE4968}"/>
              </a:ext>
            </a:extLst>
          </p:cNvPr>
          <p:cNvCxnSpPr>
            <a:cxnSpLocks/>
            <a:stCxn id="173" idx="2"/>
            <a:endCxn id="120" idx="0"/>
          </p:cNvCxnSpPr>
          <p:nvPr/>
        </p:nvCxnSpPr>
        <p:spPr>
          <a:xfrm>
            <a:off x="3448920" y="3506093"/>
            <a:ext cx="1644" cy="61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1" name="Conector reto 134">
            <a:extLst>
              <a:ext uri="{FF2B5EF4-FFF2-40B4-BE49-F238E27FC236}">
                <a16:creationId xmlns:a16="http://schemas.microsoft.com/office/drawing/2014/main" id="{16F76BC5-4986-4842-8B37-106AE2063B3E}"/>
              </a:ext>
            </a:extLst>
          </p:cNvPr>
          <p:cNvCxnSpPr>
            <a:cxnSpLocks/>
            <a:stCxn id="160" idx="2"/>
          </p:cNvCxnSpPr>
          <p:nvPr/>
        </p:nvCxnSpPr>
        <p:spPr>
          <a:xfrm>
            <a:off x="1829844" y="3506093"/>
            <a:ext cx="2103" cy="381110"/>
          </a:xfrm>
          <a:prstGeom prst="straightConnector1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4" name="Conector reto 134">
            <a:extLst>
              <a:ext uri="{FF2B5EF4-FFF2-40B4-BE49-F238E27FC236}">
                <a16:creationId xmlns:a16="http://schemas.microsoft.com/office/drawing/2014/main" id="{99545B6A-D920-4C0B-9170-F210B9A6A722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1829843" y="3880369"/>
            <a:ext cx="2853100" cy="8655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909ECF79-A941-4A1A-83D9-FF5BBF59E7BB}"/>
              </a:ext>
            </a:extLst>
          </p:cNvPr>
          <p:cNvGrpSpPr/>
          <p:nvPr/>
        </p:nvGrpSpPr>
        <p:grpSpPr>
          <a:xfrm>
            <a:off x="1410692" y="3054317"/>
            <a:ext cx="594173" cy="451776"/>
            <a:chOff x="1956639" y="2645105"/>
            <a:chExt cx="594173" cy="451776"/>
          </a:xfrm>
        </p:grpSpPr>
        <p:sp>
          <p:nvSpPr>
            <p:cNvPr id="157" name="Retângulo 156">
              <a:extLst>
                <a:ext uri="{FF2B5EF4-FFF2-40B4-BE49-F238E27FC236}">
                  <a16:creationId xmlns:a16="http://schemas.microsoft.com/office/drawing/2014/main" id="{ED890ECB-CAEA-4158-96FA-95A653A18B3F}"/>
                </a:ext>
              </a:extLst>
            </p:cNvPr>
            <p:cNvSpPr/>
            <p:nvPr/>
          </p:nvSpPr>
          <p:spPr>
            <a:xfrm>
              <a:off x="1990696" y="2645105"/>
              <a:ext cx="530225" cy="447712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8" name="CaixaDeTexto 157">
              <a:extLst>
                <a:ext uri="{FF2B5EF4-FFF2-40B4-BE49-F238E27FC236}">
                  <a16:creationId xmlns:a16="http://schemas.microsoft.com/office/drawing/2014/main" id="{982F1593-DD3E-47B4-94B6-CEB00398F967}"/>
                </a:ext>
              </a:extLst>
            </p:cNvPr>
            <p:cNvSpPr txBox="1"/>
            <p:nvPr/>
          </p:nvSpPr>
          <p:spPr>
            <a:xfrm>
              <a:off x="1956639" y="2668920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L298</a:t>
              </a:r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6E240F1E-6CE3-42BE-854D-59664F2EAFBA}"/>
                </a:ext>
              </a:extLst>
            </p:cNvPr>
            <p:cNvSpPr txBox="1"/>
            <p:nvPr/>
          </p:nvSpPr>
          <p:spPr>
            <a:xfrm>
              <a:off x="2050034" y="2952881"/>
              <a:ext cx="180845" cy="14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</a:t>
              </a:r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5F25E4F4-BAFE-4BBB-9606-2D55661CDF4B}"/>
                </a:ext>
              </a:extLst>
            </p:cNvPr>
            <p:cNvSpPr txBox="1"/>
            <p:nvPr/>
          </p:nvSpPr>
          <p:spPr>
            <a:xfrm>
              <a:off x="2285368" y="2952881"/>
              <a:ext cx="180845" cy="14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B</a:t>
              </a:r>
            </a:p>
          </p:txBody>
        </p:sp>
      </p:grpSp>
      <p:grpSp>
        <p:nvGrpSpPr>
          <p:cNvPr id="170" name="Agrupar 169">
            <a:extLst>
              <a:ext uri="{FF2B5EF4-FFF2-40B4-BE49-F238E27FC236}">
                <a16:creationId xmlns:a16="http://schemas.microsoft.com/office/drawing/2014/main" id="{21AA36B0-1DDF-4CD7-8681-6B3AD6CFEB81}"/>
              </a:ext>
            </a:extLst>
          </p:cNvPr>
          <p:cNvGrpSpPr/>
          <p:nvPr/>
        </p:nvGrpSpPr>
        <p:grpSpPr>
          <a:xfrm>
            <a:off x="3265102" y="3054317"/>
            <a:ext cx="594173" cy="451776"/>
            <a:chOff x="1956639" y="2645105"/>
            <a:chExt cx="594173" cy="451776"/>
          </a:xfrm>
        </p:grpSpPr>
        <p:sp>
          <p:nvSpPr>
            <p:cNvPr id="171" name="Retângulo 170">
              <a:extLst>
                <a:ext uri="{FF2B5EF4-FFF2-40B4-BE49-F238E27FC236}">
                  <a16:creationId xmlns:a16="http://schemas.microsoft.com/office/drawing/2014/main" id="{A407DE9D-A346-4FDF-9FEF-15D55051FCAC}"/>
                </a:ext>
              </a:extLst>
            </p:cNvPr>
            <p:cNvSpPr/>
            <p:nvPr/>
          </p:nvSpPr>
          <p:spPr>
            <a:xfrm>
              <a:off x="1990696" y="2645105"/>
              <a:ext cx="530225" cy="447712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DCB8B5E7-2638-4A5E-9CE8-BAA0F645185C}"/>
                </a:ext>
              </a:extLst>
            </p:cNvPr>
            <p:cNvSpPr txBox="1"/>
            <p:nvPr/>
          </p:nvSpPr>
          <p:spPr>
            <a:xfrm>
              <a:off x="1956639" y="2668920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L298</a:t>
              </a:r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6B60FCBE-C61E-41D0-A58A-8F417F87E277}"/>
                </a:ext>
              </a:extLst>
            </p:cNvPr>
            <p:cNvSpPr txBox="1"/>
            <p:nvPr/>
          </p:nvSpPr>
          <p:spPr>
            <a:xfrm>
              <a:off x="2050034" y="2952881"/>
              <a:ext cx="180845" cy="14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</a:t>
              </a: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DC36BC33-96CC-400E-9728-FE798D1DF04D}"/>
                </a:ext>
              </a:extLst>
            </p:cNvPr>
            <p:cNvSpPr txBox="1"/>
            <p:nvPr/>
          </p:nvSpPr>
          <p:spPr>
            <a:xfrm>
              <a:off x="2285368" y="2952881"/>
              <a:ext cx="180845" cy="14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B</a:t>
              </a:r>
            </a:p>
          </p:txBody>
        </p:sp>
      </p:grpSp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49A31AB0-1450-4763-9427-F3911C0A5678}"/>
              </a:ext>
            </a:extLst>
          </p:cNvPr>
          <p:cNvGrpSpPr/>
          <p:nvPr/>
        </p:nvGrpSpPr>
        <p:grpSpPr>
          <a:xfrm>
            <a:off x="3895940" y="3080150"/>
            <a:ext cx="594173" cy="400110"/>
            <a:chOff x="5286504" y="2559406"/>
            <a:chExt cx="594173" cy="400110"/>
          </a:xfrm>
        </p:grpSpPr>
        <p:sp>
          <p:nvSpPr>
            <p:cNvPr id="180" name="Retângulo 179">
              <a:extLst>
                <a:ext uri="{FF2B5EF4-FFF2-40B4-BE49-F238E27FC236}">
                  <a16:creationId xmlns:a16="http://schemas.microsoft.com/office/drawing/2014/main" id="{2EA36B43-958E-4498-8D04-831C030FC3CC}"/>
                </a:ext>
              </a:extLst>
            </p:cNvPr>
            <p:cNvSpPr/>
            <p:nvPr/>
          </p:nvSpPr>
          <p:spPr>
            <a:xfrm>
              <a:off x="5320561" y="2559406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1" name="CaixaDeTexto 180">
              <a:extLst>
                <a:ext uri="{FF2B5EF4-FFF2-40B4-BE49-F238E27FC236}">
                  <a16:creationId xmlns:a16="http://schemas.microsoft.com/office/drawing/2014/main" id="{75BE27E4-A3FA-418F-B3CA-AEDBA64BECCF}"/>
                </a:ext>
              </a:extLst>
            </p:cNvPr>
            <p:cNvSpPr txBox="1"/>
            <p:nvPr/>
          </p:nvSpPr>
          <p:spPr>
            <a:xfrm>
              <a:off x="5286504" y="2559406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ACS712</a:t>
              </a:r>
            </a:p>
          </p:txBody>
        </p:sp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49F87F8C-6E33-4D29-9957-5BDD746D26CD}"/>
              </a:ext>
            </a:extLst>
          </p:cNvPr>
          <p:cNvGrpSpPr/>
          <p:nvPr/>
        </p:nvGrpSpPr>
        <p:grpSpPr>
          <a:xfrm>
            <a:off x="2634264" y="3080150"/>
            <a:ext cx="594173" cy="400110"/>
            <a:chOff x="5407983" y="3028890"/>
            <a:chExt cx="594173" cy="400110"/>
          </a:xfrm>
        </p:grpSpPr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BCABCD01-1623-436F-9F16-151D3055909D}"/>
                </a:ext>
              </a:extLst>
            </p:cNvPr>
            <p:cNvSpPr/>
            <p:nvPr/>
          </p:nvSpPr>
          <p:spPr>
            <a:xfrm>
              <a:off x="5442040" y="3028890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4196242D-442B-436E-9566-ACB0B0902B02}"/>
                </a:ext>
              </a:extLst>
            </p:cNvPr>
            <p:cNvSpPr txBox="1"/>
            <p:nvPr/>
          </p:nvSpPr>
          <p:spPr>
            <a:xfrm>
              <a:off x="5407983" y="3028890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LM393</a:t>
              </a:r>
            </a:p>
          </p:txBody>
        </p:sp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BC84EF11-742D-4CE8-9404-690A1F1E35C0}"/>
              </a:ext>
            </a:extLst>
          </p:cNvPr>
          <p:cNvGrpSpPr/>
          <p:nvPr/>
        </p:nvGrpSpPr>
        <p:grpSpPr>
          <a:xfrm>
            <a:off x="5138567" y="3080150"/>
            <a:ext cx="594173" cy="400110"/>
            <a:chOff x="5286504" y="2559406"/>
            <a:chExt cx="594173" cy="400110"/>
          </a:xfrm>
        </p:grpSpPr>
        <p:sp>
          <p:nvSpPr>
            <p:cNvPr id="190" name="Retângulo 189">
              <a:extLst>
                <a:ext uri="{FF2B5EF4-FFF2-40B4-BE49-F238E27FC236}">
                  <a16:creationId xmlns:a16="http://schemas.microsoft.com/office/drawing/2014/main" id="{22F161C6-5ACA-4680-BEA8-7EEE8FC1545C}"/>
                </a:ext>
              </a:extLst>
            </p:cNvPr>
            <p:cNvSpPr/>
            <p:nvPr/>
          </p:nvSpPr>
          <p:spPr>
            <a:xfrm>
              <a:off x="5320561" y="2559406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id="{AB3F1615-7868-45DE-AFF6-C8A90B21B234}"/>
                </a:ext>
              </a:extLst>
            </p:cNvPr>
            <p:cNvSpPr txBox="1"/>
            <p:nvPr/>
          </p:nvSpPr>
          <p:spPr>
            <a:xfrm>
              <a:off x="5286504" y="2559406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ACS712</a:t>
              </a:r>
            </a:p>
          </p:txBody>
        </p:sp>
      </p:grpSp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79014AE4-777A-49A3-BAD4-679555220AAF}"/>
              </a:ext>
            </a:extLst>
          </p:cNvPr>
          <p:cNvGrpSpPr/>
          <p:nvPr/>
        </p:nvGrpSpPr>
        <p:grpSpPr>
          <a:xfrm>
            <a:off x="4517252" y="3080150"/>
            <a:ext cx="594173" cy="400110"/>
            <a:chOff x="5407983" y="3028890"/>
            <a:chExt cx="594173" cy="400110"/>
          </a:xfrm>
        </p:grpSpPr>
        <p:sp>
          <p:nvSpPr>
            <p:cNvPr id="193" name="Retângulo 192">
              <a:extLst>
                <a:ext uri="{FF2B5EF4-FFF2-40B4-BE49-F238E27FC236}">
                  <a16:creationId xmlns:a16="http://schemas.microsoft.com/office/drawing/2014/main" id="{6DE4F39A-FC16-4A88-9155-9A839B160DE2}"/>
                </a:ext>
              </a:extLst>
            </p:cNvPr>
            <p:cNvSpPr/>
            <p:nvPr/>
          </p:nvSpPr>
          <p:spPr>
            <a:xfrm>
              <a:off x="5442040" y="3028890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4" name="CaixaDeTexto 193">
              <a:extLst>
                <a:ext uri="{FF2B5EF4-FFF2-40B4-BE49-F238E27FC236}">
                  <a16:creationId xmlns:a16="http://schemas.microsoft.com/office/drawing/2014/main" id="{2354C65F-84D9-4A63-9A96-7F77AC99E327}"/>
                </a:ext>
              </a:extLst>
            </p:cNvPr>
            <p:cNvSpPr txBox="1"/>
            <p:nvPr/>
          </p:nvSpPr>
          <p:spPr>
            <a:xfrm>
              <a:off x="5407983" y="3028890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LM393</a:t>
              </a:r>
            </a:p>
          </p:txBody>
        </p:sp>
      </p:grpSp>
      <p:cxnSp>
        <p:nvCxnSpPr>
          <p:cNvPr id="205" name="Conector reto 134">
            <a:extLst>
              <a:ext uri="{FF2B5EF4-FFF2-40B4-BE49-F238E27FC236}">
                <a16:creationId xmlns:a16="http://schemas.microsoft.com/office/drawing/2014/main" id="{9ADD15C7-FD99-4302-896E-35756F1E5036}"/>
              </a:ext>
            </a:extLst>
          </p:cNvPr>
          <p:cNvCxnSpPr>
            <a:cxnSpLocks/>
            <a:stCxn id="282" idx="2"/>
            <a:endCxn id="118" idx="1"/>
          </p:cNvCxnSpPr>
          <p:nvPr/>
        </p:nvCxnSpPr>
        <p:spPr>
          <a:xfrm rot="16200000" flipH="1">
            <a:off x="960807" y="3605919"/>
            <a:ext cx="1300042" cy="1048723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to 134">
            <a:extLst>
              <a:ext uri="{FF2B5EF4-FFF2-40B4-BE49-F238E27FC236}">
                <a16:creationId xmlns:a16="http://schemas.microsoft.com/office/drawing/2014/main" id="{0ED12641-76D6-4A54-BF36-690AAA08494D}"/>
              </a:ext>
            </a:extLst>
          </p:cNvPr>
          <p:cNvCxnSpPr>
            <a:cxnSpLocks/>
            <a:stCxn id="159" idx="2"/>
            <a:endCxn id="118" idx="0"/>
          </p:cNvCxnSpPr>
          <p:nvPr/>
        </p:nvCxnSpPr>
        <p:spPr>
          <a:xfrm rot="16200000" flipH="1">
            <a:off x="1286433" y="3814169"/>
            <a:ext cx="1239831" cy="623677"/>
          </a:xfrm>
          <a:prstGeom prst="bentConnector3">
            <a:avLst>
              <a:gd name="adj1" fmla="val 4039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8" name="Conector reto 134">
            <a:extLst>
              <a:ext uri="{FF2B5EF4-FFF2-40B4-BE49-F238E27FC236}">
                <a16:creationId xmlns:a16="http://schemas.microsoft.com/office/drawing/2014/main" id="{6A07931E-93F7-4899-BDE1-10473D58CFE6}"/>
              </a:ext>
            </a:extLst>
          </p:cNvPr>
          <p:cNvCxnSpPr>
            <a:cxnSpLocks/>
            <a:stCxn id="279" idx="2"/>
            <a:endCxn id="118" idx="7"/>
          </p:cNvCxnSpPr>
          <p:nvPr/>
        </p:nvCxnSpPr>
        <p:spPr>
          <a:xfrm rot="16200000" flipH="1">
            <a:off x="1650827" y="4129946"/>
            <a:ext cx="1300042" cy="670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1" name="Conector reto 134">
            <a:extLst>
              <a:ext uri="{FF2B5EF4-FFF2-40B4-BE49-F238E27FC236}">
                <a16:creationId xmlns:a16="http://schemas.microsoft.com/office/drawing/2014/main" id="{D6E82C7C-E7AD-4F32-9441-ED8343C6D617}"/>
              </a:ext>
            </a:extLst>
          </p:cNvPr>
          <p:cNvCxnSpPr>
            <a:cxnSpLocks/>
            <a:stCxn id="187" idx="2"/>
            <a:endCxn id="120" idx="1"/>
          </p:cNvCxnSpPr>
          <p:nvPr/>
        </p:nvCxnSpPr>
        <p:spPr>
          <a:xfrm rot="16200000" flipH="1">
            <a:off x="2811769" y="3599842"/>
            <a:ext cx="675380" cy="436216"/>
          </a:xfrm>
          <a:prstGeom prst="bentConnector3">
            <a:avLst>
              <a:gd name="adj1" fmla="val 32371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reto 134">
            <a:extLst>
              <a:ext uri="{FF2B5EF4-FFF2-40B4-BE49-F238E27FC236}">
                <a16:creationId xmlns:a16="http://schemas.microsoft.com/office/drawing/2014/main" id="{6F5303CA-100C-449C-A8D7-CABAA09EA99F}"/>
              </a:ext>
            </a:extLst>
          </p:cNvPr>
          <p:cNvCxnSpPr>
            <a:cxnSpLocks/>
            <a:stCxn id="181" idx="2"/>
            <a:endCxn id="120" idx="7"/>
          </p:cNvCxnSpPr>
          <p:nvPr/>
        </p:nvCxnSpPr>
        <p:spPr>
          <a:xfrm rot="5400000">
            <a:off x="3525604" y="3488217"/>
            <a:ext cx="675380" cy="659467"/>
          </a:xfrm>
          <a:prstGeom prst="bentConnector3">
            <a:avLst>
              <a:gd name="adj1" fmla="val 33076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5" name="Conector reto 134">
            <a:extLst>
              <a:ext uri="{FF2B5EF4-FFF2-40B4-BE49-F238E27FC236}">
                <a16:creationId xmlns:a16="http://schemas.microsoft.com/office/drawing/2014/main" id="{FBA33F65-030D-45FE-853A-E27364F15B40}"/>
              </a:ext>
            </a:extLst>
          </p:cNvPr>
          <p:cNvCxnSpPr>
            <a:cxnSpLocks/>
            <a:stCxn id="194" idx="2"/>
            <a:endCxn id="119" idx="1"/>
          </p:cNvCxnSpPr>
          <p:nvPr/>
        </p:nvCxnSpPr>
        <p:spPr>
          <a:xfrm rot="5400000">
            <a:off x="4057122" y="4023085"/>
            <a:ext cx="1300042" cy="214393"/>
          </a:xfrm>
          <a:prstGeom prst="bentConnector3">
            <a:avLst>
              <a:gd name="adj1" fmla="val 17762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reto 134">
            <a:extLst>
              <a:ext uri="{FF2B5EF4-FFF2-40B4-BE49-F238E27FC236}">
                <a16:creationId xmlns:a16="http://schemas.microsoft.com/office/drawing/2014/main" id="{FA29A062-E0E7-4480-A9B8-689E355A04B6}"/>
              </a:ext>
            </a:extLst>
          </p:cNvPr>
          <p:cNvCxnSpPr>
            <a:cxnSpLocks/>
            <a:stCxn id="191" idx="2"/>
            <a:endCxn id="119" idx="7"/>
          </p:cNvCxnSpPr>
          <p:nvPr/>
        </p:nvCxnSpPr>
        <p:spPr>
          <a:xfrm rot="5400000">
            <a:off x="4450776" y="3795424"/>
            <a:ext cx="1300042" cy="669715"/>
          </a:xfrm>
          <a:prstGeom prst="bentConnector3">
            <a:avLst>
              <a:gd name="adj1" fmla="val 30950"/>
            </a:avLst>
          </a:prstGeom>
          <a:ln>
            <a:headEnd type="triangle"/>
            <a:tailEnd type="non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4" name="CaixaDeTexto 263">
            <a:extLst>
              <a:ext uri="{FF2B5EF4-FFF2-40B4-BE49-F238E27FC236}">
                <a16:creationId xmlns:a16="http://schemas.microsoft.com/office/drawing/2014/main" id="{587F1E1E-1E6E-417B-9A5A-69CA3E76471C}"/>
              </a:ext>
            </a:extLst>
          </p:cNvPr>
          <p:cNvSpPr txBox="1"/>
          <p:nvPr/>
        </p:nvSpPr>
        <p:spPr>
          <a:xfrm>
            <a:off x="1407969" y="1670481"/>
            <a:ext cx="74156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Entradas Analógicas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CB395CCB-BF7E-49F0-873A-75B728CD0A1E}"/>
              </a:ext>
            </a:extLst>
          </p:cNvPr>
          <p:cNvSpPr txBox="1"/>
          <p:nvPr/>
        </p:nvSpPr>
        <p:spPr>
          <a:xfrm>
            <a:off x="3428755" y="1663711"/>
            <a:ext cx="518881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Saídas PWM</a:t>
            </a:r>
          </a:p>
        </p:txBody>
      </p:sp>
      <p:cxnSp>
        <p:nvCxnSpPr>
          <p:cNvPr id="266" name="Conector reto 134">
            <a:extLst>
              <a:ext uri="{FF2B5EF4-FFF2-40B4-BE49-F238E27FC236}">
                <a16:creationId xmlns:a16="http://schemas.microsoft.com/office/drawing/2014/main" id="{6B65DF31-0A25-4A60-A184-E7C364C6CA84}"/>
              </a:ext>
            </a:extLst>
          </p:cNvPr>
          <p:cNvCxnSpPr>
            <a:cxnSpLocks/>
            <a:stCxn id="264" idx="2"/>
            <a:endCxn id="282" idx="0"/>
          </p:cNvCxnSpPr>
          <p:nvPr/>
        </p:nvCxnSpPr>
        <p:spPr>
          <a:xfrm rot="5400000">
            <a:off x="907776" y="2209172"/>
            <a:ext cx="1049669" cy="692286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0" name="Conector reto 134">
            <a:extLst>
              <a:ext uri="{FF2B5EF4-FFF2-40B4-BE49-F238E27FC236}">
                <a16:creationId xmlns:a16="http://schemas.microsoft.com/office/drawing/2014/main" id="{9976B789-10CB-473A-B43E-9BE32AAE70AA}"/>
              </a:ext>
            </a:extLst>
          </p:cNvPr>
          <p:cNvCxnSpPr>
            <a:cxnSpLocks/>
            <a:stCxn id="264" idx="2"/>
            <a:endCxn id="278" idx="0"/>
          </p:cNvCxnSpPr>
          <p:nvPr/>
        </p:nvCxnSpPr>
        <p:spPr>
          <a:xfrm rot="16200000" flipH="1">
            <a:off x="1515840" y="2293393"/>
            <a:ext cx="1049669" cy="523843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4" name="Conector reto 134">
            <a:extLst>
              <a:ext uri="{FF2B5EF4-FFF2-40B4-BE49-F238E27FC236}">
                <a16:creationId xmlns:a16="http://schemas.microsoft.com/office/drawing/2014/main" id="{A42009F0-27F8-481F-9A72-651E72CA52D5}"/>
              </a:ext>
            </a:extLst>
          </p:cNvPr>
          <p:cNvCxnSpPr>
            <a:cxnSpLocks/>
            <a:stCxn id="264" idx="2"/>
            <a:endCxn id="187" idx="0"/>
          </p:cNvCxnSpPr>
          <p:nvPr/>
        </p:nvCxnSpPr>
        <p:spPr>
          <a:xfrm rot="16200000" flipH="1">
            <a:off x="1830218" y="1979016"/>
            <a:ext cx="1049669" cy="1152598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277" name="Agrupar 276">
            <a:extLst>
              <a:ext uri="{FF2B5EF4-FFF2-40B4-BE49-F238E27FC236}">
                <a16:creationId xmlns:a16="http://schemas.microsoft.com/office/drawing/2014/main" id="{6195321D-2D31-4435-8E3B-D74330E40624}"/>
              </a:ext>
            </a:extLst>
          </p:cNvPr>
          <p:cNvGrpSpPr/>
          <p:nvPr/>
        </p:nvGrpSpPr>
        <p:grpSpPr>
          <a:xfrm>
            <a:off x="2003426" y="3080150"/>
            <a:ext cx="594173" cy="400110"/>
            <a:chOff x="5286504" y="2559406"/>
            <a:chExt cx="594173" cy="400110"/>
          </a:xfrm>
        </p:grpSpPr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40CEA8C0-81A2-4926-9BDD-F5952D01F03E}"/>
                </a:ext>
              </a:extLst>
            </p:cNvPr>
            <p:cNvSpPr/>
            <p:nvPr/>
          </p:nvSpPr>
          <p:spPr>
            <a:xfrm>
              <a:off x="5320561" y="2559406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9" name="CaixaDeTexto 278">
              <a:extLst>
                <a:ext uri="{FF2B5EF4-FFF2-40B4-BE49-F238E27FC236}">
                  <a16:creationId xmlns:a16="http://schemas.microsoft.com/office/drawing/2014/main" id="{0246DB33-4400-4EEB-8488-451E177B0263}"/>
                </a:ext>
              </a:extLst>
            </p:cNvPr>
            <p:cNvSpPr txBox="1"/>
            <p:nvPr/>
          </p:nvSpPr>
          <p:spPr>
            <a:xfrm>
              <a:off x="5286504" y="2559406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ACS712</a:t>
              </a:r>
            </a:p>
          </p:txBody>
        </p:sp>
      </p:grpSp>
      <p:grpSp>
        <p:nvGrpSpPr>
          <p:cNvPr id="280" name="Agrupar 279">
            <a:extLst>
              <a:ext uri="{FF2B5EF4-FFF2-40B4-BE49-F238E27FC236}">
                <a16:creationId xmlns:a16="http://schemas.microsoft.com/office/drawing/2014/main" id="{F8208511-641A-48A3-A5A7-080C3CF5DEAF}"/>
              </a:ext>
            </a:extLst>
          </p:cNvPr>
          <p:cNvGrpSpPr/>
          <p:nvPr/>
        </p:nvGrpSpPr>
        <p:grpSpPr>
          <a:xfrm>
            <a:off x="789380" y="3080150"/>
            <a:ext cx="594173" cy="400110"/>
            <a:chOff x="5407983" y="3028890"/>
            <a:chExt cx="594173" cy="400110"/>
          </a:xfrm>
        </p:grpSpPr>
        <p:sp>
          <p:nvSpPr>
            <p:cNvPr id="281" name="Retângulo 280">
              <a:extLst>
                <a:ext uri="{FF2B5EF4-FFF2-40B4-BE49-F238E27FC236}">
                  <a16:creationId xmlns:a16="http://schemas.microsoft.com/office/drawing/2014/main" id="{A083B0FB-622B-4F94-91C8-A58638A30C99}"/>
                </a:ext>
              </a:extLst>
            </p:cNvPr>
            <p:cNvSpPr/>
            <p:nvPr/>
          </p:nvSpPr>
          <p:spPr>
            <a:xfrm>
              <a:off x="5442040" y="3028890"/>
              <a:ext cx="530225" cy="40011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2" name="CaixaDeTexto 281">
              <a:extLst>
                <a:ext uri="{FF2B5EF4-FFF2-40B4-BE49-F238E27FC236}">
                  <a16:creationId xmlns:a16="http://schemas.microsoft.com/office/drawing/2014/main" id="{7F6DE235-64EC-4A8C-A9E2-73866457274C}"/>
                </a:ext>
              </a:extLst>
            </p:cNvPr>
            <p:cNvSpPr txBox="1"/>
            <p:nvPr/>
          </p:nvSpPr>
          <p:spPr>
            <a:xfrm>
              <a:off x="5407983" y="3028890"/>
              <a:ext cx="5941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Módulo</a:t>
              </a:r>
            </a:p>
            <a:p>
              <a:pPr algn="ctr"/>
              <a:r>
                <a:rPr lang="pt-BR" sz="1000" dirty="0"/>
                <a:t>LM393</a:t>
              </a:r>
            </a:p>
          </p:txBody>
        </p:sp>
      </p:grpSp>
      <p:cxnSp>
        <p:nvCxnSpPr>
          <p:cNvPr id="301" name="Conector reto 134">
            <a:extLst>
              <a:ext uri="{FF2B5EF4-FFF2-40B4-BE49-F238E27FC236}">
                <a16:creationId xmlns:a16="http://schemas.microsoft.com/office/drawing/2014/main" id="{BC653445-389D-4572-BBD0-B4FFA0962364}"/>
              </a:ext>
            </a:extLst>
          </p:cNvPr>
          <p:cNvCxnSpPr>
            <a:cxnSpLocks/>
            <a:stCxn id="264" idx="2"/>
            <a:endCxn id="181" idx="0"/>
          </p:cNvCxnSpPr>
          <p:nvPr/>
        </p:nvCxnSpPr>
        <p:spPr>
          <a:xfrm rot="16200000" flipH="1">
            <a:off x="2461056" y="1348178"/>
            <a:ext cx="1049669" cy="2414274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5" name="Conector reto 134">
            <a:extLst>
              <a:ext uri="{FF2B5EF4-FFF2-40B4-BE49-F238E27FC236}">
                <a16:creationId xmlns:a16="http://schemas.microsoft.com/office/drawing/2014/main" id="{24768F8E-4E43-42FF-8AA7-3277B0BEC132}"/>
              </a:ext>
            </a:extLst>
          </p:cNvPr>
          <p:cNvCxnSpPr>
            <a:cxnSpLocks/>
            <a:stCxn id="264" idx="2"/>
            <a:endCxn id="194" idx="0"/>
          </p:cNvCxnSpPr>
          <p:nvPr/>
        </p:nvCxnSpPr>
        <p:spPr>
          <a:xfrm rot="16200000" flipH="1">
            <a:off x="2771712" y="1037522"/>
            <a:ext cx="1049669" cy="3035586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9" name="Conector reto 134">
            <a:extLst>
              <a:ext uri="{FF2B5EF4-FFF2-40B4-BE49-F238E27FC236}">
                <a16:creationId xmlns:a16="http://schemas.microsoft.com/office/drawing/2014/main" id="{CFAE4C27-7A4D-41E0-AA4A-38DD39A689BF}"/>
              </a:ext>
            </a:extLst>
          </p:cNvPr>
          <p:cNvCxnSpPr>
            <a:cxnSpLocks/>
            <a:stCxn id="264" idx="2"/>
            <a:endCxn id="191" idx="0"/>
          </p:cNvCxnSpPr>
          <p:nvPr/>
        </p:nvCxnSpPr>
        <p:spPr>
          <a:xfrm rot="16200000" flipH="1">
            <a:off x="3082369" y="726864"/>
            <a:ext cx="1049669" cy="3656901"/>
          </a:xfrm>
          <a:prstGeom prst="bentConnector3">
            <a:avLst>
              <a:gd name="adj1" fmla="val 49547"/>
            </a:avLst>
          </a:prstGeom>
          <a:ln>
            <a:head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3" name="Conector reto 134">
            <a:extLst>
              <a:ext uri="{FF2B5EF4-FFF2-40B4-BE49-F238E27FC236}">
                <a16:creationId xmlns:a16="http://schemas.microsoft.com/office/drawing/2014/main" id="{30168177-076B-4FE5-991A-D794F863AB26}"/>
              </a:ext>
            </a:extLst>
          </p:cNvPr>
          <p:cNvCxnSpPr>
            <a:cxnSpLocks/>
            <a:stCxn id="315" idx="0"/>
            <a:endCxn id="265" idx="2"/>
          </p:cNvCxnSpPr>
          <p:nvPr/>
        </p:nvCxnSpPr>
        <p:spPr>
          <a:xfrm rot="5400000" flipH="1" flipV="1">
            <a:off x="2122372" y="1489969"/>
            <a:ext cx="1032082" cy="2099566"/>
          </a:xfrm>
          <a:prstGeom prst="bentConnector3">
            <a:avLst>
              <a:gd name="adj1" fmla="val 73534"/>
            </a:avLst>
          </a:prstGeom>
          <a:ln>
            <a:head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5" name="CaixaDeTexto 314">
            <a:extLst>
              <a:ext uri="{FF2B5EF4-FFF2-40B4-BE49-F238E27FC236}">
                <a16:creationId xmlns:a16="http://schemas.microsoft.com/office/drawing/2014/main" id="{268ADAB8-204F-4E49-AD73-6C06D787738D}"/>
              </a:ext>
            </a:extLst>
          </p:cNvPr>
          <p:cNvSpPr txBox="1"/>
          <p:nvPr/>
        </p:nvSpPr>
        <p:spPr>
          <a:xfrm>
            <a:off x="1498207" y="3055793"/>
            <a:ext cx="180845" cy="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pt-BR" sz="600" dirty="0"/>
              <a:t>A</a:t>
            </a:r>
          </a:p>
        </p:txBody>
      </p:sp>
      <p:sp>
        <p:nvSpPr>
          <p:cNvPr id="316" name="CaixaDeTexto 315">
            <a:extLst>
              <a:ext uri="{FF2B5EF4-FFF2-40B4-BE49-F238E27FC236}">
                <a16:creationId xmlns:a16="http://schemas.microsoft.com/office/drawing/2014/main" id="{72E0D125-1384-4BC1-971C-187A6266E68D}"/>
              </a:ext>
            </a:extLst>
          </p:cNvPr>
          <p:cNvSpPr txBox="1"/>
          <p:nvPr/>
        </p:nvSpPr>
        <p:spPr>
          <a:xfrm>
            <a:off x="1733541" y="3055793"/>
            <a:ext cx="180845" cy="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pt-BR" sz="600" dirty="0"/>
              <a:t>B</a:t>
            </a:r>
          </a:p>
        </p:txBody>
      </p:sp>
      <p:sp>
        <p:nvSpPr>
          <p:cNvPr id="317" name="CaixaDeTexto 316">
            <a:extLst>
              <a:ext uri="{FF2B5EF4-FFF2-40B4-BE49-F238E27FC236}">
                <a16:creationId xmlns:a16="http://schemas.microsoft.com/office/drawing/2014/main" id="{BD692330-A565-464E-B088-6AA07CB1BBA8}"/>
              </a:ext>
            </a:extLst>
          </p:cNvPr>
          <p:cNvSpPr txBox="1"/>
          <p:nvPr/>
        </p:nvSpPr>
        <p:spPr>
          <a:xfrm>
            <a:off x="3353659" y="3058107"/>
            <a:ext cx="180845" cy="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pt-BR" sz="600" dirty="0"/>
              <a:t>A</a:t>
            </a:r>
          </a:p>
        </p:txBody>
      </p:sp>
      <p:sp>
        <p:nvSpPr>
          <p:cNvPr id="318" name="CaixaDeTexto 317">
            <a:extLst>
              <a:ext uri="{FF2B5EF4-FFF2-40B4-BE49-F238E27FC236}">
                <a16:creationId xmlns:a16="http://schemas.microsoft.com/office/drawing/2014/main" id="{AE35964F-2FA3-4D3F-BB7B-0CFAA34F9097}"/>
              </a:ext>
            </a:extLst>
          </p:cNvPr>
          <p:cNvSpPr txBox="1"/>
          <p:nvPr/>
        </p:nvSpPr>
        <p:spPr>
          <a:xfrm>
            <a:off x="3588993" y="3058107"/>
            <a:ext cx="180845" cy="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pt-BR" sz="600" dirty="0"/>
              <a:t>B</a:t>
            </a:r>
          </a:p>
        </p:txBody>
      </p:sp>
      <p:cxnSp>
        <p:nvCxnSpPr>
          <p:cNvPr id="322" name="Conector reto 134">
            <a:extLst>
              <a:ext uri="{FF2B5EF4-FFF2-40B4-BE49-F238E27FC236}">
                <a16:creationId xmlns:a16="http://schemas.microsoft.com/office/drawing/2014/main" id="{604F9822-1F97-405D-BF5F-94DD7187AA7E}"/>
              </a:ext>
            </a:extLst>
          </p:cNvPr>
          <p:cNvCxnSpPr>
            <a:cxnSpLocks/>
            <a:stCxn id="316" idx="0"/>
            <a:endCxn id="265" idx="2"/>
          </p:cNvCxnSpPr>
          <p:nvPr/>
        </p:nvCxnSpPr>
        <p:spPr>
          <a:xfrm rot="5400000" flipH="1" flipV="1">
            <a:off x="2240039" y="1607636"/>
            <a:ext cx="1032082" cy="1864232"/>
          </a:xfrm>
          <a:prstGeom prst="bentConnector3">
            <a:avLst>
              <a:gd name="adj1" fmla="val 73534"/>
            </a:avLst>
          </a:prstGeom>
          <a:ln>
            <a:head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6" name="Conector reto 134">
            <a:extLst>
              <a:ext uri="{FF2B5EF4-FFF2-40B4-BE49-F238E27FC236}">
                <a16:creationId xmlns:a16="http://schemas.microsoft.com/office/drawing/2014/main" id="{BFC30C95-0E62-4F5A-9C3F-08033FFE8B12}"/>
              </a:ext>
            </a:extLst>
          </p:cNvPr>
          <p:cNvCxnSpPr>
            <a:cxnSpLocks/>
            <a:stCxn id="317" idx="0"/>
            <a:endCxn id="265" idx="2"/>
          </p:cNvCxnSpPr>
          <p:nvPr/>
        </p:nvCxnSpPr>
        <p:spPr>
          <a:xfrm rot="5400000" flipH="1" flipV="1">
            <a:off x="3048941" y="2418852"/>
            <a:ext cx="1034396" cy="244114"/>
          </a:xfrm>
          <a:prstGeom prst="bentConnector3">
            <a:avLst>
              <a:gd name="adj1" fmla="val 73481"/>
            </a:avLst>
          </a:prstGeom>
          <a:ln>
            <a:head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44" name="Imagem 343">
            <a:extLst>
              <a:ext uri="{FF2B5EF4-FFF2-40B4-BE49-F238E27FC236}">
                <a16:creationId xmlns:a16="http://schemas.microsoft.com/office/drawing/2014/main" id="{4EFC4CD4-0E76-45B7-BF72-DE32FFA1BB2E}"/>
              </a:ext>
            </a:extLst>
          </p:cNvPr>
          <p:cNvPicPr/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12" y="1246089"/>
            <a:ext cx="633107" cy="565783"/>
          </a:xfrm>
          <a:prstGeom prst="rect">
            <a:avLst/>
          </a:prstGeom>
          <a:noFill/>
          <a:ln cap="sq">
            <a:solidFill>
              <a:schemeClr val="dk1"/>
            </a:solidFill>
          </a:ln>
        </p:spPr>
      </p:pic>
      <p:cxnSp>
        <p:nvCxnSpPr>
          <p:cNvPr id="346" name="Conector de Seta Reta 345">
            <a:extLst>
              <a:ext uri="{FF2B5EF4-FFF2-40B4-BE49-F238E27FC236}">
                <a16:creationId xmlns:a16="http://schemas.microsoft.com/office/drawing/2014/main" id="{26C63C11-978F-4BED-8761-BF2E1F86BB71}"/>
              </a:ext>
            </a:extLst>
          </p:cNvPr>
          <p:cNvCxnSpPr/>
          <p:nvPr/>
        </p:nvCxnSpPr>
        <p:spPr>
          <a:xfrm>
            <a:off x="3936463" y="1528980"/>
            <a:ext cx="82107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7" name="CaixaDeTexto 346">
            <a:extLst>
              <a:ext uri="{FF2B5EF4-FFF2-40B4-BE49-F238E27FC236}">
                <a16:creationId xmlns:a16="http://schemas.microsoft.com/office/drawing/2014/main" id="{720E957E-D987-425C-A06A-50DE57F91E86}"/>
              </a:ext>
            </a:extLst>
          </p:cNvPr>
          <p:cNvSpPr txBox="1"/>
          <p:nvPr/>
        </p:nvSpPr>
        <p:spPr>
          <a:xfrm>
            <a:off x="4637590" y="1750571"/>
            <a:ext cx="895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Supervisório</a:t>
            </a:r>
          </a:p>
        </p:txBody>
      </p:sp>
      <p:sp>
        <p:nvSpPr>
          <p:cNvPr id="348" name="CaixaDeTexto 347">
            <a:extLst>
              <a:ext uri="{FF2B5EF4-FFF2-40B4-BE49-F238E27FC236}">
                <a16:creationId xmlns:a16="http://schemas.microsoft.com/office/drawing/2014/main" id="{26C47521-9714-425F-8934-DE328A5B66E3}"/>
              </a:ext>
            </a:extLst>
          </p:cNvPr>
          <p:cNvSpPr txBox="1"/>
          <p:nvPr/>
        </p:nvSpPr>
        <p:spPr>
          <a:xfrm>
            <a:off x="4023661" y="1345957"/>
            <a:ext cx="6466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Serial/USB</a:t>
            </a:r>
          </a:p>
        </p:txBody>
      </p:sp>
    </p:spTree>
    <p:extLst>
      <p:ext uri="{BB962C8B-B14F-4D97-AF65-F5344CB8AC3E}">
        <p14:creationId xmlns:p14="http://schemas.microsoft.com/office/powerpoint/2010/main" val="416756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9EBAE7F4-AEF4-470C-9DF9-BB7ED89DE7C1}"/>
              </a:ext>
            </a:extLst>
          </p:cNvPr>
          <p:cNvSpPr/>
          <p:nvPr/>
        </p:nvSpPr>
        <p:spPr>
          <a:xfrm>
            <a:off x="4181398" y="2901007"/>
            <a:ext cx="653616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PID</a:t>
            </a:r>
          </a:p>
          <a:p>
            <a:pPr algn="ctr"/>
            <a:r>
              <a:rPr lang="pt-BR" sz="800" dirty="0"/>
              <a:t>Torque</a:t>
            </a:r>
            <a:endParaRPr lang="pt-BR" sz="1200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  <a:stCxn id="2" idx="0"/>
            <a:endCxn id="120" idx="2"/>
          </p:cNvCxnSpPr>
          <p:nvPr/>
        </p:nvCxnSpPr>
        <p:spPr>
          <a:xfrm flipV="1">
            <a:off x="7577156" y="3105283"/>
            <a:ext cx="308352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  <a:stCxn id="120" idx="6"/>
            <a:endCxn id="22" idx="1"/>
          </p:cNvCxnSpPr>
          <p:nvPr/>
        </p:nvCxnSpPr>
        <p:spPr>
          <a:xfrm>
            <a:off x="8152208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  <a:stCxn id="21" idx="3"/>
            <a:endCxn id="2" idx="3"/>
          </p:cNvCxnSpPr>
          <p:nvPr/>
        </p:nvCxnSpPr>
        <p:spPr>
          <a:xfrm>
            <a:off x="6560481" y="3105283"/>
            <a:ext cx="662423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  <a:stCxn id="127" idx="0"/>
          </p:cNvCxnSpPr>
          <p:nvPr/>
        </p:nvCxnSpPr>
        <p:spPr>
          <a:xfrm>
            <a:off x="10319298" y="3105337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10604351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351" y="2843159"/>
                <a:ext cx="553758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7875329" y="217569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329" y="2175699"/>
                <a:ext cx="5537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5F2FB6D9-98FB-48A1-80DE-BDE6A04F07B0}"/>
              </a:ext>
            </a:extLst>
          </p:cNvPr>
          <p:cNvSpPr txBox="1"/>
          <p:nvPr/>
        </p:nvSpPr>
        <p:spPr>
          <a:xfrm>
            <a:off x="5055134" y="3171059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506FC82E-7F01-407A-A5E6-FF230E85A5D0}"/>
              </a:ext>
            </a:extLst>
          </p:cNvPr>
          <p:cNvCxnSpPr>
            <a:cxnSpLocks/>
            <a:stCxn id="118" idx="4"/>
            <a:endCxn id="34" idx="3"/>
          </p:cNvCxnSpPr>
          <p:nvPr/>
        </p:nvCxnSpPr>
        <p:spPr>
          <a:xfrm rot="5400000">
            <a:off x="8293182" y="2412118"/>
            <a:ext cx="624628" cy="20566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/>
              <p:nvPr/>
            </p:nvSpPr>
            <p:spPr>
              <a:xfrm>
                <a:off x="9356955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55" y="2843159"/>
                <a:ext cx="5537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luxograma: Processo 16">
            <a:extLst>
              <a:ext uri="{FF2B5EF4-FFF2-40B4-BE49-F238E27FC236}">
                <a16:creationId xmlns:a16="http://schemas.microsoft.com/office/drawing/2014/main" id="{8F2EE82E-DA94-4F29-B2ED-03458C61F9D9}"/>
              </a:ext>
            </a:extLst>
          </p:cNvPr>
          <p:cNvSpPr/>
          <p:nvPr/>
        </p:nvSpPr>
        <p:spPr>
          <a:xfrm>
            <a:off x="5031732" y="2421541"/>
            <a:ext cx="4706628" cy="1593126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 dirty="0">
              <a:ea typeface="Cambria Math" panose="02040503050406030204" pitchFamily="18" charset="0"/>
            </a:endParaRPr>
          </a:p>
        </p:txBody>
      </p:sp>
      <p:sp>
        <p:nvSpPr>
          <p:cNvPr id="18" name="Fluxograma: Processo 17">
            <a:extLst>
              <a:ext uri="{FF2B5EF4-FFF2-40B4-BE49-F238E27FC236}">
                <a16:creationId xmlns:a16="http://schemas.microsoft.com/office/drawing/2014/main" id="{4530A65B-897B-4C79-B974-2C4DEAE71F89}"/>
              </a:ext>
            </a:extLst>
          </p:cNvPr>
          <p:cNvSpPr/>
          <p:nvPr/>
        </p:nvSpPr>
        <p:spPr>
          <a:xfrm>
            <a:off x="2644378" y="2901007"/>
            <a:ext cx="653616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PID</a:t>
            </a:r>
          </a:p>
          <a:p>
            <a:pPr algn="ctr"/>
            <a:r>
              <a:rPr lang="pt-BR" sz="800" dirty="0"/>
              <a:t>Velocidade</a:t>
            </a:r>
            <a:endParaRPr lang="pt-BR" sz="1200" dirty="0"/>
          </a:p>
        </p:txBody>
      </p:sp>
      <p:sp>
        <p:nvSpPr>
          <p:cNvPr id="21" name="Fluxograma: Processo 20">
            <a:extLst>
              <a:ext uri="{FF2B5EF4-FFF2-40B4-BE49-F238E27FC236}">
                <a16:creationId xmlns:a16="http://schemas.microsoft.com/office/drawing/2014/main" id="{69613291-C3C8-4646-A9AD-758E82BDEF86}"/>
              </a:ext>
            </a:extLst>
          </p:cNvPr>
          <p:cNvSpPr/>
          <p:nvPr/>
        </p:nvSpPr>
        <p:spPr>
          <a:xfrm>
            <a:off x="5718418" y="2901007"/>
            <a:ext cx="842063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Circuito Armadura</a:t>
            </a:r>
          </a:p>
        </p:txBody>
      </p:sp>
      <p:sp>
        <p:nvSpPr>
          <p:cNvPr id="22" name="Fluxograma: Processo 21">
            <a:extLst>
              <a:ext uri="{FF2B5EF4-FFF2-40B4-BE49-F238E27FC236}">
                <a16:creationId xmlns:a16="http://schemas.microsoft.com/office/drawing/2014/main" id="{D8EBC4C2-8075-4003-84ED-1E05DC1B43E1}"/>
              </a:ext>
            </a:extLst>
          </p:cNvPr>
          <p:cNvSpPr/>
          <p:nvPr/>
        </p:nvSpPr>
        <p:spPr>
          <a:xfrm>
            <a:off x="8460560" y="2901007"/>
            <a:ext cx="842063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Inércia</a:t>
            </a:r>
          </a:p>
          <a:p>
            <a:pPr algn="ctr"/>
            <a:r>
              <a:rPr lang="pt-BR" sz="1100" dirty="0">
                <a:ea typeface="Cambria Math" panose="02040503050406030204" pitchFamily="18" charset="0"/>
              </a:rPr>
              <a:t>Rotor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DDD7C2B-A956-4EB7-B23F-EC251CD068DD}"/>
              </a:ext>
            </a:extLst>
          </p:cNvPr>
          <p:cNvGrpSpPr/>
          <p:nvPr/>
        </p:nvGrpSpPr>
        <p:grpSpPr>
          <a:xfrm>
            <a:off x="7222904" y="2966731"/>
            <a:ext cx="354252" cy="277104"/>
            <a:chOff x="5984058" y="2980867"/>
            <a:chExt cx="354252" cy="277104"/>
          </a:xfrm>
        </p:grpSpPr>
        <p:sp>
          <p:nvSpPr>
            <p:cNvPr id="2" name="Triângulo isósceles 1">
              <a:extLst>
                <a:ext uri="{FF2B5EF4-FFF2-40B4-BE49-F238E27FC236}">
                  <a16:creationId xmlns:a16="http://schemas.microsoft.com/office/drawing/2014/main" id="{5B6B83A2-B1CF-4C45-8A0E-B606073AA9C2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103282E2-A77A-437C-8B27-C4D04E31697D}"/>
                    </a:ext>
                  </a:extLst>
                </p:cNvPr>
                <p:cNvSpPr txBox="1"/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103282E2-A77A-437C-8B27-C4D04E316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241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83928A-A094-4FFE-8B41-47B6E5F43934}"/>
              </a:ext>
            </a:extLst>
          </p:cNvPr>
          <p:cNvGrpSpPr/>
          <p:nvPr/>
        </p:nvGrpSpPr>
        <p:grpSpPr>
          <a:xfrm flipH="1">
            <a:off x="7222904" y="3614270"/>
            <a:ext cx="354252" cy="276999"/>
            <a:chOff x="5984058" y="2980972"/>
            <a:chExt cx="354252" cy="276999"/>
          </a:xfrm>
        </p:grpSpPr>
        <p:sp>
          <p:nvSpPr>
            <p:cNvPr id="34" name="Triângulo isósceles 33">
              <a:extLst>
                <a:ext uri="{FF2B5EF4-FFF2-40B4-BE49-F238E27FC236}">
                  <a16:creationId xmlns:a16="http://schemas.microsoft.com/office/drawing/2014/main" id="{D15A41B9-F6FC-4CC0-8128-91631B2D8026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6CAF389B-A7F3-42A4-AB66-F769226AA4EC}"/>
                    </a:ext>
                  </a:extLst>
                </p:cNvPr>
                <p:cNvSpPr txBox="1"/>
                <p:nvPr/>
              </p:nvSpPr>
              <p:spPr>
                <a:xfrm>
                  <a:off x="6012203" y="3001339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6CAF389B-A7F3-42A4-AB66-F769226AA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203" y="3001339"/>
                  <a:ext cx="18000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758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97C7F3CF-C130-49DD-B1AB-E03BDF3A599E}"/>
              </a:ext>
            </a:extLst>
          </p:cNvPr>
          <p:cNvCxnSpPr>
            <a:cxnSpLocks/>
            <a:stCxn id="106" idx="0"/>
            <a:endCxn id="46" idx="0"/>
          </p:cNvCxnSpPr>
          <p:nvPr/>
        </p:nvCxnSpPr>
        <p:spPr>
          <a:xfrm rot="16200000" flipV="1">
            <a:off x="5260450" y="1451180"/>
            <a:ext cx="110491" cy="3151997"/>
          </a:xfrm>
          <a:prstGeom prst="bentConnector3">
            <a:avLst>
              <a:gd name="adj1" fmla="val 4862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uxograma: Conector 45">
            <a:extLst>
              <a:ext uri="{FF2B5EF4-FFF2-40B4-BE49-F238E27FC236}">
                <a16:creationId xmlns:a16="http://schemas.microsoft.com/office/drawing/2014/main" id="{4B1F29EE-6D1C-48B6-88F1-122448F36195}"/>
              </a:ext>
            </a:extLst>
          </p:cNvPr>
          <p:cNvSpPr/>
          <p:nvPr/>
        </p:nvSpPr>
        <p:spPr>
          <a:xfrm>
            <a:off x="3606346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D30A914D-EFF4-4726-B63B-9BDA5E13EAB4}"/>
              </a:ext>
            </a:extLst>
          </p:cNvPr>
          <p:cNvCxnSpPr>
            <a:cxnSpLocks/>
            <a:stCxn id="4" idx="3"/>
            <a:endCxn id="60" idx="2"/>
          </p:cNvCxnSpPr>
          <p:nvPr/>
        </p:nvCxnSpPr>
        <p:spPr>
          <a:xfrm>
            <a:off x="4835014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7A54F409-F165-4D38-ADF2-66C69E31F9DC}"/>
              </a:ext>
            </a:extLst>
          </p:cNvPr>
          <p:cNvCxnSpPr>
            <a:cxnSpLocks/>
            <a:stCxn id="22" idx="3"/>
            <a:endCxn id="127" idx="3"/>
          </p:cNvCxnSpPr>
          <p:nvPr/>
        </p:nvCxnSpPr>
        <p:spPr>
          <a:xfrm>
            <a:off x="9302623" y="3105283"/>
            <a:ext cx="662423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uxograma: Conector 59">
            <a:extLst>
              <a:ext uri="{FF2B5EF4-FFF2-40B4-BE49-F238E27FC236}">
                <a16:creationId xmlns:a16="http://schemas.microsoft.com/office/drawing/2014/main" id="{6645B4E6-4846-43DC-80C5-4B904FE7FFEA}"/>
              </a:ext>
            </a:extLst>
          </p:cNvPr>
          <p:cNvSpPr/>
          <p:nvPr/>
        </p:nvSpPr>
        <p:spPr>
          <a:xfrm>
            <a:off x="5143366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5" name="Fluxograma: Conector 64">
            <a:extLst>
              <a:ext uri="{FF2B5EF4-FFF2-40B4-BE49-F238E27FC236}">
                <a16:creationId xmlns:a16="http://schemas.microsoft.com/office/drawing/2014/main" id="{9208D957-A46A-4FE4-B7F8-4640379B73D8}"/>
              </a:ext>
            </a:extLst>
          </p:cNvPr>
          <p:cNvSpPr/>
          <p:nvPr/>
        </p:nvSpPr>
        <p:spPr>
          <a:xfrm>
            <a:off x="1271246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410E2196-D9A9-4791-8C09-9A37B3774AB3}"/>
              </a:ext>
            </a:extLst>
          </p:cNvPr>
          <p:cNvCxnSpPr>
            <a:cxnSpLocks/>
            <a:stCxn id="60" idx="6"/>
            <a:endCxn id="21" idx="1"/>
          </p:cNvCxnSpPr>
          <p:nvPr/>
        </p:nvCxnSpPr>
        <p:spPr>
          <a:xfrm>
            <a:off x="5410066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E350FE73-F15F-48D6-B906-B4845E0FC1B2}"/>
              </a:ext>
            </a:extLst>
          </p:cNvPr>
          <p:cNvCxnSpPr>
            <a:cxnSpLocks/>
            <a:stCxn id="34" idx="0"/>
            <a:endCxn id="60" idx="4"/>
          </p:cNvCxnSpPr>
          <p:nvPr/>
        </p:nvCxnSpPr>
        <p:spPr>
          <a:xfrm rot="10800000">
            <a:off x="5276717" y="3238633"/>
            <a:ext cx="1946189" cy="5141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Elipse 105">
            <a:extLst>
              <a:ext uri="{FF2B5EF4-FFF2-40B4-BE49-F238E27FC236}">
                <a16:creationId xmlns:a16="http://schemas.microsoft.com/office/drawing/2014/main" id="{5342148D-819F-4013-91BE-88E4976D1EA2}"/>
              </a:ext>
            </a:extLst>
          </p:cNvPr>
          <p:cNvSpPr/>
          <p:nvPr/>
        </p:nvSpPr>
        <p:spPr>
          <a:xfrm>
            <a:off x="6868833" y="30824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0" name="Conector: Angulado 109">
            <a:extLst>
              <a:ext uri="{FF2B5EF4-FFF2-40B4-BE49-F238E27FC236}">
                <a16:creationId xmlns:a16="http://schemas.microsoft.com/office/drawing/2014/main" id="{FA629322-5B89-4553-A18D-0A8F313CBDB7}"/>
              </a:ext>
            </a:extLst>
          </p:cNvPr>
          <p:cNvCxnSpPr>
            <a:cxnSpLocks/>
            <a:stCxn id="145" idx="4"/>
            <a:endCxn id="65" idx="4"/>
          </p:cNvCxnSpPr>
          <p:nvPr/>
        </p:nvCxnSpPr>
        <p:spPr>
          <a:xfrm rot="5400000">
            <a:off x="5972307" y="-1439568"/>
            <a:ext cx="110490" cy="9245912"/>
          </a:xfrm>
          <a:prstGeom prst="bentConnector3">
            <a:avLst>
              <a:gd name="adj1" fmla="val 8724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95398588-20C3-49A1-9E44-B7D2486BAB32}"/>
              </a:ext>
            </a:extLst>
          </p:cNvPr>
          <p:cNvSpPr txBox="1"/>
          <p:nvPr/>
        </p:nvSpPr>
        <p:spPr>
          <a:xfrm>
            <a:off x="3684989" y="2732299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1A2B9167-8DB6-4743-A570-ECAE02716F5D}"/>
              </a:ext>
            </a:extLst>
          </p:cNvPr>
          <p:cNvSpPr txBox="1"/>
          <p:nvPr/>
        </p:nvSpPr>
        <p:spPr>
          <a:xfrm>
            <a:off x="1207878" y="3163458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D43D7A3E-C647-4C5F-9233-9DFFA07E606D}"/>
                  </a:ext>
                </a:extLst>
              </p:cNvPr>
              <p:cNvSpPr txBox="1"/>
              <p:nvPr/>
            </p:nvSpPr>
            <p:spPr>
              <a:xfrm>
                <a:off x="439032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𝑆𝑃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D43D7A3E-C647-4C5F-9233-9DFFA07E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32" y="2843159"/>
                <a:ext cx="5537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5F975BFF-9A69-4AEE-8D42-72AFD846EF50}"/>
              </a:ext>
            </a:extLst>
          </p:cNvPr>
          <p:cNvSpPr txBox="1"/>
          <p:nvPr/>
        </p:nvSpPr>
        <p:spPr>
          <a:xfrm>
            <a:off x="7082682" y="2367506"/>
            <a:ext cx="612000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pt-BR" sz="1200" dirty="0"/>
              <a:t>Motor</a:t>
            </a:r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FB40C0B3-BD08-4BF0-A0BB-D8B592311D3D}"/>
              </a:ext>
            </a:extLst>
          </p:cNvPr>
          <p:cNvSpPr/>
          <p:nvPr/>
        </p:nvSpPr>
        <p:spPr>
          <a:xfrm>
            <a:off x="9610975" y="30824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Fluxograma: Conector 119">
            <a:extLst>
              <a:ext uri="{FF2B5EF4-FFF2-40B4-BE49-F238E27FC236}">
                <a16:creationId xmlns:a16="http://schemas.microsoft.com/office/drawing/2014/main" id="{389FB635-19F3-4846-9EBF-A30466C6D664}"/>
              </a:ext>
            </a:extLst>
          </p:cNvPr>
          <p:cNvSpPr/>
          <p:nvPr/>
        </p:nvSpPr>
        <p:spPr>
          <a:xfrm>
            <a:off x="7885508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CF465DAB-06AB-4BDD-A0D4-8F218C1762AD}"/>
              </a:ext>
            </a:extLst>
          </p:cNvPr>
          <p:cNvGrpSpPr/>
          <p:nvPr/>
        </p:nvGrpSpPr>
        <p:grpSpPr>
          <a:xfrm>
            <a:off x="9965046" y="2966731"/>
            <a:ext cx="354252" cy="277104"/>
            <a:chOff x="5984058" y="2980867"/>
            <a:chExt cx="354252" cy="277104"/>
          </a:xfrm>
        </p:grpSpPr>
        <p:sp>
          <p:nvSpPr>
            <p:cNvPr id="127" name="Triângulo isósceles 126">
              <a:extLst>
                <a:ext uri="{FF2B5EF4-FFF2-40B4-BE49-F238E27FC236}">
                  <a16:creationId xmlns:a16="http://schemas.microsoft.com/office/drawing/2014/main" id="{3419B485-25B6-4D43-97AD-E5B2319CEF87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189B47CF-1A63-4477-94BC-27723FDDFCFC}"/>
                    </a:ext>
                  </a:extLst>
                </p:cNvPr>
                <p:cNvSpPr txBox="1"/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189B47CF-1A63-4477-94BC-27723FDDF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241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5" name="Elipse 144">
            <a:extLst>
              <a:ext uri="{FF2B5EF4-FFF2-40B4-BE49-F238E27FC236}">
                <a16:creationId xmlns:a16="http://schemas.microsoft.com/office/drawing/2014/main" id="{440E041C-A2D1-424A-AED6-EE847DDC8C07}"/>
              </a:ext>
            </a:extLst>
          </p:cNvPr>
          <p:cNvSpPr/>
          <p:nvPr/>
        </p:nvSpPr>
        <p:spPr>
          <a:xfrm>
            <a:off x="10627648" y="30824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F339D9E1-5FB1-4067-83FA-4E519B267B23}"/>
              </a:ext>
            </a:extLst>
          </p:cNvPr>
          <p:cNvGrpSpPr/>
          <p:nvPr/>
        </p:nvGrpSpPr>
        <p:grpSpPr>
          <a:xfrm>
            <a:off x="1979650" y="2966784"/>
            <a:ext cx="354252" cy="276999"/>
            <a:chOff x="5984058" y="2980972"/>
            <a:chExt cx="354252" cy="276999"/>
          </a:xfrm>
        </p:grpSpPr>
        <p:sp>
          <p:nvSpPr>
            <p:cNvPr id="147" name="Triângulo isósceles 146">
              <a:extLst>
                <a:ext uri="{FF2B5EF4-FFF2-40B4-BE49-F238E27FC236}">
                  <a16:creationId xmlns:a16="http://schemas.microsoft.com/office/drawing/2014/main" id="{21B3BF60-BA97-450D-8E7A-FA7EEB9B0B39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CaixaDeTexto 147">
                  <a:extLst>
                    <a:ext uri="{FF2B5EF4-FFF2-40B4-BE49-F238E27FC236}">
                      <a16:creationId xmlns:a16="http://schemas.microsoft.com/office/drawing/2014/main" id="{F4B3A591-2A91-457B-8FCD-613692BEE1E6}"/>
                    </a:ext>
                  </a:extLst>
                </p:cNvPr>
                <p:cNvSpPr txBox="1"/>
                <p:nvPr/>
              </p:nvSpPr>
              <p:spPr>
                <a:xfrm>
                  <a:off x="6039499" y="2996255"/>
                  <a:ext cx="180000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pt-BR" sz="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148" name="CaixaDeTexto 147">
                  <a:extLst>
                    <a:ext uri="{FF2B5EF4-FFF2-40B4-BE49-F238E27FC236}">
                      <a16:creationId xmlns:a16="http://schemas.microsoft.com/office/drawing/2014/main" id="{F4B3A591-2A91-457B-8FCD-613692BEE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499" y="2996255"/>
                  <a:ext cx="180000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96552" t="-72222" r="-20690" b="-1222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4" name="Conector de Seta Reta 163">
            <a:extLst>
              <a:ext uri="{FF2B5EF4-FFF2-40B4-BE49-F238E27FC236}">
                <a16:creationId xmlns:a16="http://schemas.microsoft.com/office/drawing/2014/main" id="{92888E5F-2D9F-44AD-BF03-7DF1B7C9D7F5}"/>
              </a:ext>
            </a:extLst>
          </p:cNvPr>
          <p:cNvCxnSpPr>
            <a:cxnSpLocks/>
            <a:stCxn id="46" idx="6"/>
            <a:endCxn id="4" idx="1"/>
          </p:cNvCxnSpPr>
          <p:nvPr/>
        </p:nvCxnSpPr>
        <p:spPr>
          <a:xfrm>
            <a:off x="3873046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66795FAE-32CE-471E-A8EF-F055AD087F4B}"/>
              </a:ext>
            </a:extLst>
          </p:cNvPr>
          <p:cNvCxnSpPr>
            <a:cxnSpLocks/>
            <a:stCxn id="18" idx="3"/>
            <a:endCxn id="46" idx="2"/>
          </p:cNvCxnSpPr>
          <p:nvPr/>
        </p:nvCxnSpPr>
        <p:spPr>
          <a:xfrm>
            <a:off x="3297994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ector de Seta Reta 169">
            <a:extLst>
              <a:ext uri="{FF2B5EF4-FFF2-40B4-BE49-F238E27FC236}">
                <a16:creationId xmlns:a16="http://schemas.microsoft.com/office/drawing/2014/main" id="{A12D18E7-B8B9-4417-91EB-6A2834402CFC}"/>
              </a:ext>
            </a:extLst>
          </p:cNvPr>
          <p:cNvCxnSpPr>
            <a:cxnSpLocks/>
            <a:stCxn id="147" idx="0"/>
            <a:endCxn id="18" idx="1"/>
          </p:cNvCxnSpPr>
          <p:nvPr/>
        </p:nvCxnSpPr>
        <p:spPr>
          <a:xfrm flipV="1">
            <a:off x="2333902" y="3105283"/>
            <a:ext cx="31047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7B9F6F15-A6AF-466E-8EC0-3A4B86888EEC}"/>
              </a:ext>
            </a:extLst>
          </p:cNvPr>
          <p:cNvCxnSpPr>
            <a:cxnSpLocks/>
            <a:stCxn id="65" idx="6"/>
            <a:endCxn id="147" idx="3"/>
          </p:cNvCxnSpPr>
          <p:nvPr/>
        </p:nvCxnSpPr>
        <p:spPr>
          <a:xfrm>
            <a:off x="1537946" y="3105283"/>
            <a:ext cx="44170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D29A6B35-64FD-438F-9509-1891798B7681}"/>
              </a:ext>
            </a:extLst>
          </p:cNvPr>
          <p:cNvCxnSpPr>
            <a:cxnSpLocks/>
          </p:cNvCxnSpPr>
          <p:nvPr/>
        </p:nvCxnSpPr>
        <p:spPr>
          <a:xfrm>
            <a:off x="549668" y="3097929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Conector de Seta Reta 191">
            <a:extLst>
              <a:ext uri="{FF2B5EF4-FFF2-40B4-BE49-F238E27FC236}">
                <a16:creationId xmlns:a16="http://schemas.microsoft.com/office/drawing/2014/main" id="{ED53E430-35EF-480F-BFBD-CE42A8F21753}"/>
              </a:ext>
            </a:extLst>
          </p:cNvPr>
          <p:cNvCxnSpPr>
            <a:cxnSpLocks/>
          </p:cNvCxnSpPr>
          <p:nvPr/>
        </p:nvCxnSpPr>
        <p:spPr>
          <a:xfrm>
            <a:off x="8018858" y="2246731"/>
            <a:ext cx="0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2ECEE07C-B642-4DE1-A518-FB92183FF04E}"/>
              </a:ext>
            </a:extLst>
          </p:cNvPr>
          <p:cNvSpPr txBox="1"/>
          <p:nvPr/>
        </p:nvSpPr>
        <p:spPr>
          <a:xfrm>
            <a:off x="7963807" y="2713524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CaixaDeTexto 198">
                <a:extLst>
                  <a:ext uri="{FF2B5EF4-FFF2-40B4-BE49-F238E27FC236}">
                    <a16:creationId xmlns:a16="http://schemas.microsoft.com/office/drawing/2014/main" id="{BC55CCFF-5A9D-4775-A792-E3D0F28D1F26}"/>
                  </a:ext>
                </a:extLst>
              </p:cNvPr>
              <p:cNvSpPr txBox="1"/>
              <p:nvPr/>
            </p:nvSpPr>
            <p:spPr>
              <a:xfrm>
                <a:off x="4665606" y="2866346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199" name="CaixaDeTexto 198">
                <a:extLst>
                  <a:ext uri="{FF2B5EF4-FFF2-40B4-BE49-F238E27FC236}">
                    <a16:creationId xmlns:a16="http://schemas.microsoft.com/office/drawing/2014/main" id="{BC55CCFF-5A9D-4775-A792-E3D0F28D1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606" y="2866346"/>
                <a:ext cx="5537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CaixaDeTexto 199">
                <a:extLst>
                  <a:ext uri="{FF2B5EF4-FFF2-40B4-BE49-F238E27FC236}">
                    <a16:creationId xmlns:a16="http://schemas.microsoft.com/office/drawing/2014/main" id="{5A32ADD8-FACC-40AE-A07A-F23ACD8C01F2}"/>
                  </a:ext>
                </a:extLst>
              </p:cNvPr>
              <p:cNvSpPr txBox="1"/>
              <p:nvPr/>
            </p:nvSpPr>
            <p:spPr>
              <a:xfrm>
                <a:off x="6736377" y="287419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200" name="CaixaDeTexto 199">
                <a:extLst>
                  <a:ext uri="{FF2B5EF4-FFF2-40B4-BE49-F238E27FC236}">
                    <a16:creationId xmlns:a16="http://schemas.microsoft.com/office/drawing/2014/main" id="{5A32ADD8-FACC-40AE-A07A-F23ACD8C0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377" y="2874194"/>
                <a:ext cx="5537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14C9F1B6-0A5A-440B-A70C-F4BFAC20ACD2}"/>
              </a:ext>
            </a:extLst>
          </p:cNvPr>
          <p:cNvSpPr txBox="1"/>
          <p:nvPr/>
        </p:nvSpPr>
        <p:spPr>
          <a:xfrm>
            <a:off x="3739695" y="2351843"/>
            <a:ext cx="1213305" cy="24622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/>
            <a:r>
              <a:rPr lang="pt-BR" sz="1000" dirty="0"/>
              <a:t>Sensor de Corrente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C31406EC-A058-413B-BD4B-618B2F3363D8}"/>
              </a:ext>
            </a:extLst>
          </p:cNvPr>
          <p:cNvSpPr txBox="1"/>
          <p:nvPr/>
        </p:nvSpPr>
        <p:spPr>
          <a:xfrm>
            <a:off x="1402830" y="3891555"/>
            <a:ext cx="1309890" cy="24622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pt-BR" sz="1000" dirty="0"/>
              <a:t>Sensor de Velocidade</a:t>
            </a:r>
          </a:p>
        </p:txBody>
      </p:sp>
    </p:spTree>
    <p:extLst>
      <p:ext uri="{BB962C8B-B14F-4D97-AF65-F5344CB8AC3E}">
        <p14:creationId xmlns:p14="http://schemas.microsoft.com/office/powerpoint/2010/main" val="3037319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9EBAE7F4-AEF4-470C-9DF9-BB7ED89DE7C1}"/>
              </a:ext>
            </a:extLst>
          </p:cNvPr>
          <p:cNvSpPr/>
          <p:nvPr/>
        </p:nvSpPr>
        <p:spPr>
          <a:xfrm>
            <a:off x="4181398" y="2901007"/>
            <a:ext cx="653616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PID</a:t>
            </a:r>
          </a:p>
          <a:p>
            <a:pPr algn="ctr"/>
            <a:r>
              <a:rPr lang="pt-BR" sz="800" dirty="0"/>
              <a:t>Torque</a:t>
            </a:r>
            <a:endParaRPr lang="pt-BR" sz="1200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A709A41-56EC-4327-AE71-2C59BFADF2C5}"/>
              </a:ext>
            </a:extLst>
          </p:cNvPr>
          <p:cNvCxnSpPr>
            <a:cxnSpLocks/>
            <a:stCxn id="2" idx="0"/>
            <a:endCxn id="120" idx="2"/>
          </p:cNvCxnSpPr>
          <p:nvPr/>
        </p:nvCxnSpPr>
        <p:spPr>
          <a:xfrm flipV="1">
            <a:off x="7577156" y="3105283"/>
            <a:ext cx="308352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F2C6EA-A79D-4368-9525-FB7421F54CC9}"/>
              </a:ext>
            </a:extLst>
          </p:cNvPr>
          <p:cNvCxnSpPr>
            <a:cxnSpLocks/>
            <a:stCxn id="120" idx="6"/>
            <a:endCxn id="22" idx="1"/>
          </p:cNvCxnSpPr>
          <p:nvPr/>
        </p:nvCxnSpPr>
        <p:spPr>
          <a:xfrm>
            <a:off x="8152208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658EEB-8780-4A63-9B14-71C640477836}"/>
              </a:ext>
            </a:extLst>
          </p:cNvPr>
          <p:cNvCxnSpPr>
            <a:cxnSpLocks/>
            <a:stCxn id="21" idx="3"/>
            <a:endCxn id="2" idx="3"/>
          </p:cNvCxnSpPr>
          <p:nvPr/>
        </p:nvCxnSpPr>
        <p:spPr>
          <a:xfrm>
            <a:off x="6560481" y="3105283"/>
            <a:ext cx="662423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104C636-4EAB-41E8-B782-5E251991FAFD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10319298" y="3105283"/>
            <a:ext cx="373723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/>
              <p:nvPr/>
            </p:nvSpPr>
            <p:spPr>
              <a:xfrm>
                <a:off x="10208948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B2D9259-EC1E-4816-B29D-3E604FCE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948" y="2843159"/>
                <a:ext cx="553758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/>
              <p:nvPr/>
            </p:nvSpPr>
            <p:spPr>
              <a:xfrm>
                <a:off x="7875329" y="217569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BA3CBA13-C00A-47C9-9E55-1EF2FF618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329" y="2175699"/>
                <a:ext cx="5537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5F2FB6D9-98FB-48A1-80DE-BDE6A04F07B0}"/>
              </a:ext>
            </a:extLst>
          </p:cNvPr>
          <p:cNvSpPr txBox="1"/>
          <p:nvPr/>
        </p:nvSpPr>
        <p:spPr>
          <a:xfrm>
            <a:off x="5055134" y="3171059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506FC82E-7F01-407A-A5E6-FF230E85A5D0}"/>
              </a:ext>
            </a:extLst>
          </p:cNvPr>
          <p:cNvCxnSpPr>
            <a:cxnSpLocks/>
            <a:stCxn id="118" idx="4"/>
            <a:endCxn id="34" idx="3"/>
          </p:cNvCxnSpPr>
          <p:nvPr/>
        </p:nvCxnSpPr>
        <p:spPr>
          <a:xfrm rot="5400000">
            <a:off x="8293182" y="2412118"/>
            <a:ext cx="624628" cy="20566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/>
              <p:nvPr/>
            </p:nvSpPr>
            <p:spPr>
              <a:xfrm>
                <a:off x="9356955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C27D05D-C259-4558-B2FD-24B4E2B7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55" y="2843159"/>
                <a:ext cx="5537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luxograma: Processo 16">
            <a:extLst>
              <a:ext uri="{FF2B5EF4-FFF2-40B4-BE49-F238E27FC236}">
                <a16:creationId xmlns:a16="http://schemas.microsoft.com/office/drawing/2014/main" id="{8F2EE82E-DA94-4F29-B2ED-03458C61F9D9}"/>
              </a:ext>
            </a:extLst>
          </p:cNvPr>
          <p:cNvSpPr/>
          <p:nvPr/>
        </p:nvSpPr>
        <p:spPr>
          <a:xfrm>
            <a:off x="5031732" y="2421541"/>
            <a:ext cx="4706628" cy="1593126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 dirty="0">
              <a:ea typeface="Cambria Math" panose="02040503050406030204" pitchFamily="18" charset="0"/>
            </a:endParaRPr>
          </a:p>
        </p:txBody>
      </p:sp>
      <p:sp>
        <p:nvSpPr>
          <p:cNvPr id="21" name="Fluxograma: Processo 20">
            <a:extLst>
              <a:ext uri="{FF2B5EF4-FFF2-40B4-BE49-F238E27FC236}">
                <a16:creationId xmlns:a16="http://schemas.microsoft.com/office/drawing/2014/main" id="{69613291-C3C8-4646-A9AD-758E82BDEF86}"/>
              </a:ext>
            </a:extLst>
          </p:cNvPr>
          <p:cNvSpPr/>
          <p:nvPr/>
        </p:nvSpPr>
        <p:spPr>
          <a:xfrm>
            <a:off x="5718418" y="2901007"/>
            <a:ext cx="842063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Circuito Armadura</a:t>
            </a:r>
          </a:p>
        </p:txBody>
      </p:sp>
      <p:sp>
        <p:nvSpPr>
          <p:cNvPr id="22" name="Fluxograma: Processo 21">
            <a:extLst>
              <a:ext uri="{FF2B5EF4-FFF2-40B4-BE49-F238E27FC236}">
                <a16:creationId xmlns:a16="http://schemas.microsoft.com/office/drawing/2014/main" id="{D8EBC4C2-8075-4003-84ED-1E05DC1B43E1}"/>
              </a:ext>
            </a:extLst>
          </p:cNvPr>
          <p:cNvSpPr/>
          <p:nvPr/>
        </p:nvSpPr>
        <p:spPr>
          <a:xfrm>
            <a:off x="8460560" y="2901007"/>
            <a:ext cx="842063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Inércia</a:t>
            </a:r>
          </a:p>
          <a:p>
            <a:pPr algn="ctr"/>
            <a:r>
              <a:rPr lang="pt-BR" sz="1100" dirty="0">
                <a:ea typeface="Cambria Math" panose="02040503050406030204" pitchFamily="18" charset="0"/>
              </a:rPr>
              <a:t>Rotor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DDD7C2B-A956-4EB7-B23F-EC251CD068DD}"/>
              </a:ext>
            </a:extLst>
          </p:cNvPr>
          <p:cNvGrpSpPr/>
          <p:nvPr/>
        </p:nvGrpSpPr>
        <p:grpSpPr>
          <a:xfrm>
            <a:off x="7222904" y="2966731"/>
            <a:ext cx="354252" cy="277104"/>
            <a:chOff x="5984058" y="2980867"/>
            <a:chExt cx="354252" cy="277104"/>
          </a:xfrm>
        </p:grpSpPr>
        <p:sp>
          <p:nvSpPr>
            <p:cNvPr id="2" name="Triângulo isósceles 1">
              <a:extLst>
                <a:ext uri="{FF2B5EF4-FFF2-40B4-BE49-F238E27FC236}">
                  <a16:creationId xmlns:a16="http://schemas.microsoft.com/office/drawing/2014/main" id="{5B6B83A2-B1CF-4C45-8A0E-B606073AA9C2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103282E2-A77A-437C-8B27-C4D04E31697D}"/>
                    </a:ext>
                  </a:extLst>
                </p:cNvPr>
                <p:cNvSpPr txBox="1"/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103282E2-A77A-437C-8B27-C4D04E316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241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83928A-A094-4FFE-8B41-47B6E5F43934}"/>
              </a:ext>
            </a:extLst>
          </p:cNvPr>
          <p:cNvGrpSpPr/>
          <p:nvPr/>
        </p:nvGrpSpPr>
        <p:grpSpPr>
          <a:xfrm flipH="1">
            <a:off x="7222904" y="3614270"/>
            <a:ext cx="354252" cy="276999"/>
            <a:chOff x="5984058" y="2980972"/>
            <a:chExt cx="354252" cy="276999"/>
          </a:xfrm>
        </p:grpSpPr>
        <p:sp>
          <p:nvSpPr>
            <p:cNvPr id="34" name="Triângulo isósceles 33">
              <a:extLst>
                <a:ext uri="{FF2B5EF4-FFF2-40B4-BE49-F238E27FC236}">
                  <a16:creationId xmlns:a16="http://schemas.microsoft.com/office/drawing/2014/main" id="{D15A41B9-F6FC-4CC0-8128-91631B2D8026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6CAF389B-A7F3-42A4-AB66-F769226AA4EC}"/>
                    </a:ext>
                  </a:extLst>
                </p:cNvPr>
                <p:cNvSpPr txBox="1"/>
                <p:nvPr/>
              </p:nvSpPr>
              <p:spPr>
                <a:xfrm>
                  <a:off x="6012203" y="3001339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6CAF389B-A7F3-42A4-AB66-F769226AA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203" y="3001339"/>
                  <a:ext cx="18000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758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97C7F3CF-C130-49DD-B1AB-E03BDF3A599E}"/>
              </a:ext>
            </a:extLst>
          </p:cNvPr>
          <p:cNvCxnSpPr>
            <a:cxnSpLocks/>
            <a:stCxn id="106" idx="0"/>
            <a:endCxn id="46" idx="0"/>
          </p:cNvCxnSpPr>
          <p:nvPr/>
        </p:nvCxnSpPr>
        <p:spPr>
          <a:xfrm rot="16200000" flipV="1">
            <a:off x="5260450" y="1451180"/>
            <a:ext cx="110491" cy="3151997"/>
          </a:xfrm>
          <a:prstGeom prst="bentConnector3">
            <a:avLst>
              <a:gd name="adj1" fmla="val 4862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uxograma: Conector 45">
            <a:extLst>
              <a:ext uri="{FF2B5EF4-FFF2-40B4-BE49-F238E27FC236}">
                <a16:creationId xmlns:a16="http://schemas.microsoft.com/office/drawing/2014/main" id="{4B1F29EE-6D1C-48B6-88F1-122448F36195}"/>
              </a:ext>
            </a:extLst>
          </p:cNvPr>
          <p:cNvSpPr/>
          <p:nvPr/>
        </p:nvSpPr>
        <p:spPr>
          <a:xfrm>
            <a:off x="3606346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D30A914D-EFF4-4726-B63B-9BDA5E13EAB4}"/>
              </a:ext>
            </a:extLst>
          </p:cNvPr>
          <p:cNvCxnSpPr>
            <a:cxnSpLocks/>
            <a:stCxn id="4" idx="3"/>
            <a:endCxn id="60" idx="2"/>
          </p:cNvCxnSpPr>
          <p:nvPr/>
        </p:nvCxnSpPr>
        <p:spPr>
          <a:xfrm>
            <a:off x="4835014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7A54F409-F165-4D38-ADF2-66C69E31F9DC}"/>
              </a:ext>
            </a:extLst>
          </p:cNvPr>
          <p:cNvCxnSpPr>
            <a:cxnSpLocks/>
            <a:stCxn id="22" idx="3"/>
            <a:endCxn id="127" idx="3"/>
          </p:cNvCxnSpPr>
          <p:nvPr/>
        </p:nvCxnSpPr>
        <p:spPr>
          <a:xfrm>
            <a:off x="9302623" y="3105283"/>
            <a:ext cx="662423" cy="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uxograma: Conector 59">
            <a:extLst>
              <a:ext uri="{FF2B5EF4-FFF2-40B4-BE49-F238E27FC236}">
                <a16:creationId xmlns:a16="http://schemas.microsoft.com/office/drawing/2014/main" id="{6645B4E6-4846-43DC-80C5-4B904FE7FFEA}"/>
              </a:ext>
            </a:extLst>
          </p:cNvPr>
          <p:cNvSpPr/>
          <p:nvPr/>
        </p:nvSpPr>
        <p:spPr>
          <a:xfrm>
            <a:off x="5143366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410E2196-D9A9-4791-8C09-9A37B3774AB3}"/>
              </a:ext>
            </a:extLst>
          </p:cNvPr>
          <p:cNvCxnSpPr>
            <a:cxnSpLocks/>
            <a:stCxn id="60" idx="6"/>
            <a:endCxn id="21" idx="1"/>
          </p:cNvCxnSpPr>
          <p:nvPr/>
        </p:nvCxnSpPr>
        <p:spPr>
          <a:xfrm>
            <a:off x="5410066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E350FE73-F15F-48D6-B906-B4845E0FC1B2}"/>
              </a:ext>
            </a:extLst>
          </p:cNvPr>
          <p:cNvCxnSpPr>
            <a:cxnSpLocks/>
            <a:stCxn id="34" idx="0"/>
            <a:endCxn id="60" idx="4"/>
          </p:cNvCxnSpPr>
          <p:nvPr/>
        </p:nvCxnSpPr>
        <p:spPr>
          <a:xfrm rot="10800000">
            <a:off x="5276717" y="3238633"/>
            <a:ext cx="1946189" cy="5141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Elipse 105">
            <a:extLst>
              <a:ext uri="{FF2B5EF4-FFF2-40B4-BE49-F238E27FC236}">
                <a16:creationId xmlns:a16="http://schemas.microsoft.com/office/drawing/2014/main" id="{5342148D-819F-4013-91BE-88E4976D1EA2}"/>
              </a:ext>
            </a:extLst>
          </p:cNvPr>
          <p:cNvSpPr/>
          <p:nvPr/>
        </p:nvSpPr>
        <p:spPr>
          <a:xfrm>
            <a:off x="6868833" y="30824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95398588-20C3-49A1-9E44-B7D2486BAB32}"/>
              </a:ext>
            </a:extLst>
          </p:cNvPr>
          <p:cNvSpPr txBox="1"/>
          <p:nvPr/>
        </p:nvSpPr>
        <p:spPr>
          <a:xfrm>
            <a:off x="3684989" y="2732299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D43D7A3E-C647-4C5F-9233-9DFFA07E606D}"/>
                  </a:ext>
                </a:extLst>
              </p:cNvPr>
              <p:cNvSpPr txBox="1"/>
              <p:nvPr/>
            </p:nvSpPr>
            <p:spPr>
              <a:xfrm>
                <a:off x="2431265" y="2847151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𝑆𝑃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D43D7A3E-C647-4C5F-9233-9DFFA07E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265" y="2847151"/>
                <a:ext cx="5537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5F975BFF-9A69-4AEE-8D42-72AFD846EF50}"/>
              </a:ext>
            </a:extLst>
          </p:cNvPr>
          <p:cNvSpPr txBox="1"/>
          <p:nvPr/>
        </p:nvSpPr>
        <p:spPr>
          <a:xfrm>
            <a:off x="7082682" y="2367506"/>
            <a:ext cx="612000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pt-BR" sz="1200" dirty="0"/>
              <a:t>Motor</a:t>
            </a:r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FB40C0B3-BD08-4BF0-A0BB-D8B592311D3D}"/>
              </a:ext>
            </a:extLst>
          </p:cNvPr>
          <p:cNvSpPr/>
          <p:nvPr/>
        </p:nvSpPr>
        <p:spPr>
          <a:xfrm>
            <a:off x="9610975" y="30824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Fluxograma: Conector 119">
            <a:extLst>
              <a:ext uri="{FF2B5EF4-FFF2-40B4-BE49-F238E27FC236}">
                <a16:creationId xmlns:a16="http://schemas.microsoft.com/office/drawing/2014/main" id="{389FB635-19F3-4846-9EBF-A30466C6D664}"/>
              </a:ext>
            </a:extLst>
          </p:cNvPr>
          <p:cNvSpPr/>
          <p:nvPr/>
        </p:nvSpPr>
        <p:spPr>
          <a:xfrm>
            <a:off x="7885508" y="297193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CF465DAB-06AB-4BDD-A0D4-8F218C1762AD}"/>
              </a:ext>
            </a:extLst>
          </p:cNvPr>
          <p:cNvGrpSpPr/>
          <p:nvPr/>
        </p:nvGrpSpPr>
        <p:grpSpPr>
          <a:xfrm>
            <a:off x="9965046" y="2966731"/>
            <a:ext cx="354252" cy="277104"/>
            <a:chOff x="5984058" y="2980867"/>
            <a:chExt cx="354252" cy="277104"/>
          </a:xfrm>
        </p:grpSpPr>
        <p:sp>
          <p:nvSpPr>
            <p:cNvPr id="127" name="Triângulo isósceles 126">
              <a:extLst>
                <a:ext uri="{FF2B5EF4-FFF2-40B4-BE49-F238E27FC236}">
                  <a16:creationId xmlns:a16="http://schemas.microsoft.com/office/drawing/2014/main" id="{3419B485-25B6-4D43-97AD-E5B2319CEF87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189B47CF-1A63-4477-94BC-27723FDDFCFC}"/>
                    </a:ext>
                  </a:extLst>
                </p:cNvPr>
                <p:cNvSpPr txBox="1"/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189B47CF-1A63-4477-94BC-27723FDDF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499" y="2980867"/>
                  <a:ext cx="18000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241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4" name="Conector de Seta Reta 163">
            <a:extLst>
              <a:ext uri="{FF2B5EF4-FFF2-40B4-BE49-F238E27FC236}">
                <a16:creationId xmlns:a16="http://schemas.microsoft.com/office/drawing/2014/main" id="{92888E5F-2D9F-44AD-BF03-7DF1B7C9D7F5}"/>
              </a:ext>
            </a:extLst>
          </p:cNvPr>
          <p:cNvCxnSpPr>
            <a:cxnSpLocks/>
            <a:stCxn id="46" idx="6"/>
            <a:endCxn id="4" idx="1"/>
          </p:cNvCxnSpPr>
          <p:nvPr/>
        </p:nvCxnSpPr>
        <p:spPr>
          <a:xfrm>
            <a:off x="3873046" y="310528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ector de Seta Reta 169">
            <a:extLst>
              <a:ext uri="{FF2B5EF4-FFF2-40B4-BE49-F238E27FC236}">
                <a16:creationId xmlns:a16="http://schemas.microsoft.com/office/drawing/2014/main" id="{A12D18E7-B8B9-4417-91EB-6A2834402CFC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2514598" y="3106958"/>
            <a:ext cx="510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Conector de Seta Reta 191">
            <a:extLst>
              <a:ext uri="{FF2B5EF4-FFF2-40B4-BE49-F238E27FC236}">
                <a16:creationId xmlns:a16="http://schemas.microsoft.com/office/drawing/2014/main" id="{ED53E430-35EF-480F-BFBD-CE42A8F21753}"/>
              </a:ext>
            </a:extLst>
          </p:cNvPr>
          <p:cNvCxnSpPr>
            <a:cxnSpLocks/>
          </p:cNvCxnSpPr>
          <p:nvPr/>
        </p:nvCxnSpPr>
        <p:spPr>
          <a:xfrm>
            <a:off x="8018858" y="2246731"/>
            <a:ext cx="0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2ECEE07C-B642-4DE1-A518-FB92183FF04E}"/>
              </a:ext>
            </a:extLst>
          </p:cNvPr>
          <p:cNvSpPr txBox="1"/>
          <p:nvPr/>
        </p:nvSpPr>
        <p:spPr>
          <a:xfrm>
            <a:off x="7963807" y="2713524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CaixaDeTexto 198">
                <a:extLst>
                  <a:ext uri="{FF2B5EF4-FFF2-40B4-BE49-F238E27FC236}">
                    <a16:creationId xmlns:a16="http://schemas.microsoft.com/office/drawing/2014/main" id="{BC55CCFF-5A9D-4775-A792-E3D0F28D1F26}"/>
                  </a:ext>
                </a:extLst>
              </p:cNvPr>
              <p:cNvSpPr txBox="1"/>
              <p:nvPr/>
            </p:nvSpPr>
            <p:spPr>
              <a:xfrm>
                <a:off x="4665606" y="2866346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199" name="CaixaDeTexto 198">
                <a:extLst>
                  <a:ext uri="{FF2B5EF4-FFF2-40B4-BE49-F238E27FC236}">
                    <a16:creationId xmlns:a16="http://schemas.microsoft.com/office/drawing/2014/main" id="{BC55CCFF-5A9D-4775-A792-E3D0F28D1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606" y="2866346"/>
                <a:ext cx="55375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CaixaDeTexto 199">
                <a:extLst>
                  <a:ext uri="{FF2B5EF4-FFF2-40B4-BE49-F238E27FC236}">
                    <a16:creationId xmlns:a16="http://schemas.microsoft.com/office/drawing/2014/main" id="{5A32ADD8-FACC-40AE-A07A-F23ACD8C01F2}"/>
                  </a:ext>
                </a:extLst>
              </p:cNvPr>
              <p:cNvSpPr txBox="1"/>
              <p:nvPr/>
            </p:nvSpPr>
            <p:spPr>
              <a:xfrm>
                <a:off x="6736377" y="2874194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200" name="CaixaDeTexto 199">
                <a:extLst>
                  <a:ext uri="{FF2B5EF4-FFF2-40B4-BE49-F238E27FC236}">
                    <a16:creationId xmlns:a16="http://schemas.microsoft.com/office/drawing/2014/main" id="{5A32ADD8-FACC-40AE-A07A-F23ACD8C0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377" y="2874194"/>
                <a:ext cx="5537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14C9F1B6-0A5A-440B-A70C-F4BFAC20ACD2}"/>
              </a:ext>
            </a:extLst>
          </p:cNvPr>
          <p:cNvSpPr txBox="1"/>
          <p:nvPr/>
        </p:nvSpPr>
        <p:spPr>
          <a:xfrm>
            <a:off x="3739695" y="2351843"/>
            <a:ext cx="1213305" cy="24622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/>
            <a:r>
              <a:rPr lang="pt-BR" sz="1000" dirty="0"/>
              <a:t>Sensor de Corrente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8177D40B-5F5E-4B98-8A89-434B2BB09662}"/>
                  </a:ext>
                </a:extLst>
              </p:cNvPr>
              <p:cNvSpPr txBox="1"/>
              <p:nvPr/>
            </p:nvSpPr>
            <p:spPr>
              <a:xfrm>
                <a:off x="8013034" y="2833432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8177D40B-5F5E-4B98-8A89-434B2BB09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034" y="2833432"/>
                <a:ext cx="5537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Agrupar 61">
            <a:extLst>
              <a:ext uri="{FF2B5EF4-FFF2-40B4-BE49-F238E27FC236}">
                <a16:creationId xmlns:a16="http://schemas.microsoft.com/office/drawing/2014/main" id="{4697DD18-EDC1-4049-8AD1-9F2EA67A01E8}"/>
              </a:ext>
            </a:extLst>
          </p:cNvPr>
          <p:cNvGrpSpPr/>
          <p:nvPr/>
        </p:nvGrpSpPr>
        <p:grpSpPr>
          <a:xfrm>
            <a:off x="3025256" y="2968457"/>
            <a:ext cx="354252" cy="276999"/>
            <a:chOff x="5984058" y="2980972"/>
            <a:chExt cx="354252" cy="276999"/>
          </a:xfrm>
        </p:grpSpPr>
        <p:sp>
          <p:nvSpPr>
            <p:cNvPr id="63" name="Triângulo isósceles 62">
              <a:extLst>
                <a:ext uri="{FF2B5EF4-FFF2-40B4-BE49-F238E27FC236}">
                  <a16:creationId xmlns:a16="http://schemas.microsoft.com/office/drawing/2014/main" id="{CB69EFB5-F9B6-4F81-89BE-BFD862C74634}"/>
                </a:ext>
              </a:extLst>
            </p:cNvPr>
            <p:cNvSpPr/>
            <p:nvPr/>
          </p:nvSpPr>
          <p:spPr>
            <a:xfrm rot="5400000">
              <a:off x="6022684" y="2942346"/>
              <a:ext cx="276999" cy="354252"/>
            </a:xfrm>
            <a:prstGeom prst="triangle">
              <a:avLst>
                <a:gd name="adj" fmla="val 50000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CaixaDeTexto 63">
                  <a:extLst>
                    <a:ext uri="{FF2B5EF4-FFF2-40B4-BE49-F238E27FC236}">
                      <a16:creationId xmlns:a16="http://schemas.microsoft.com/office/drawing/2014/main" id="{AB3714C1-9D84-49D7-8EA9-A8721C215EC2}"/>
                    </a:ext>
                  </a:extLst>
                </p:cNvPr>
                <p:cNvSpPr txBox="1"/>
                <p:nvPr/>
              </p:nvSpPr>
              <p:spPr>
                <a:xfrm>
                  <a:off x="6026799" y="2996255"/>
                  <a:ext cx="180000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sz="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80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pt-BR" sz="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pt-BR" sz="1000" i="1" dirty="0"/>
                </a:p>
              </p:txBody>
            </p:sp>
          </mc:Choice>
          <mc:Fallback>
            <p:sp>
              <p:nvSpPr>
                <p:cNvPr id="64" name="CaixaDeTexto 63">
                  <a:extLst>
                    <a:ext uri="{FF2B5EF4-FFF2-40B4-BE49-F238E27FC236}">
                      <a16:creationId xmlns:a16="http://schemas.microsoft.com/office/drawing/2014/main" id="{AB3714C1-9D84-49D7-8EA9-A8721C215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6799" y="2996255"/>
                  <a:ext cx="180000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90000" t="-69444" r="-20000" b="-12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54B9C99D-AE87-4924-B169-661BB030B4E8}"/>
              </a:ext>
            </a:extLst>
          </p:cNvPr>
          <p:cNvCxnSpPr>
            <a:cxnSpLocks/>
            <a:stCxn id="63" idx="0"/>
            <a:endCxn id="46" idx="2"/>
          </p:cNvCxnSpPr>
          <p:nvPr/>
        </p:nvCxnSpPr>
        <p:spPr>
          <a:xfrm flipV="1">
            <a:off x="3379508" y="3105283"/>
            <a:ext cx="226838" cy="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Fluxograma: Processo 68">
                <a:extLst>
                  <a:ext uri="{FF2B5EF4-FFF2-40B4-BE49-F238E27FC236}">
                    <a16:creationId xmlns:a16="http://schemas.microsoft.com/office/drawing/2014/main" id="{68B970FA-662C-4ED7-A0D8-FBB7FF3B456C}"/>
                  </a:ext>
                </a:extLst>
              </p:cNvPr>
              <p:cNvSpPr/>
              <p:nvPr/>
            </p:nvSpPr>
            <p:spPr>
              <a:xfrm>
                <a:off x="10700876" y="2899158"/>
                <a:ext cx="298969" cy="410400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69" name="Fluxograma: Processo 68">
                <a:extLst>
                  <a:ext uri="{FF2B5EF4-FFF2-40B4-BE49-F238E27FC236}">
                    <a16:creationId xmlns:a16="http://schemas.microsoft.com/office/drawing/2014/main" id="{68B970FA-662C-4ED7-A0D8-FBB7FF3B45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876" y="2899158"/>
                <a:ext cx="298969" cy="410400"/>
              </a:xfrm>
              <a:prstGeom prst="flowChartProcess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B2FF2C8-C610-4496-9F74-35F4B277C363}"/>
              </a:ext>
            </a:extLst>
          </p:cNvPr>
          <p:cNvGrpSpPr/>
          <p:nvPr/>
        </p:nvGrpSpPr>
        <p:grpSpPr>
          <a:xfrm>
            <a:off x="3170697" y="5711238"/>
            <a:ext cx="532214" cy="410400"/>
            <a:chOff x="3419475" y="4787333"/>
            <a:chExt cx="532214" cy="410400"/>
          </a:xfrm>
        </p:grpSpPr>
        <p:sp>
          <p:nvSpPr>
            <p:cNvPr id="59" name="Fluxograma: Processo 58">
              <a:extLst>
                <a:ext uri="{FF2B5EF4-FFF2-40B4-BE49-F238E27FC236}">
                  <a16:creationId xmlns:a16="http://schemas.microsoft.com/office/drawing/2014/main" id="{6800E22B-C061-46F4-801E-BB86E2163245}"/>
                </a:ext>
              </a:extLst>
            </p:cNvPr>
            <p:cNvSpPr/>
            <p:nvPr/>
          </p:nvSpPr>
          <p:spPr>
            <a:xfrm>
              <a:off x="3419475" y="4787333"/>
              <a:ext cx="532214" cy="410400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200" dirty="0"/>
            </a:p>
          </p:txBody>
        </p:sp>
        <p:cxnSp>
          <p:nvCxnSpPr>
            <p:cNvPr id="74" name="Conector de Seta Reta 73">
              <a:extLst>
                <a:ext uri="{FF2B5EF4-FFF2-40B4-BE49-F238E27FC236}">
                  <a16:creationId xmlns:a16="http://schemas.microsoft.com/office/drawing/2014/main" id="{DF08D6BE-BBD4-4E34-AD5D-8BD2D5CDD0BC}"/>
                </a:ext>
              </a:extLst>
            </p:cNvPr>
            <p:cNvCxnSpPr>
              <a:cxnSpLocks/>
            </p:cNvCxnSpPr>
            <p:nvPr/>
          </p:nvCxnSpPr>
          <p:spPr>
            <a:xfrm>
              <a:off x="3818339" y="4839465"/>
              <a:ext cx="94055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de Seta Reta 74">
              <a:extLst>
                <a:ext uri="{FF2B5EF4-FFF2-40B4-BE49-F238E27FC236}">
                  <a16:creationId xmlns:a16="http://schemas.microsoft.com/office/drawing/2014/main" id="{B6AEA91F-629C-4C67-9DCE-44766AA4F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2338" y="5129979"/>
              <a:ext cx="97170" cy="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E18E7058-324D-4C4A-A7A9-08B4C4D422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9508" y="4839465"/>
              <a:ext cx="258831" cy="29051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3F048E85-7B7C-420B-8355-BA20A5904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988" y="4812884"/>
              <a:ext cx="0" cy="3600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F9112005-DDB1-4E07-B2C1-CDF0F30DE5C7}"/>
                </a:ext>
              </a:extLst>
            </p:cNvPr>
            <p:cNvCxnSpPr>
              <a:cxnSpLocks/>
            </p:cNvCxnSpPr>
            <p:nvPr/>
          </p:nvCxnSpPr>
          <p:spPr>
            <a:xfrm>
              <a:off x="3462338" y="4992533"/>
              <a:ext cx="450056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6A797E76-E242-4EAB-A71C-8497535271A0}"/>
              </a:ext>
            </a:extLst>
          </p:cNvPr>
          <p:cNvCxnSpPr>
            <a:cxnSpLocks/>
          </p:cNvCxnSpPr>
          <p:nvPr/>
        </p:nvCxnSpPr>
        <p:spPr>
          <a:xfrm flipV="1">
            <a:off x="10999845" y="3104551"/>
            <a:ext cx="510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DDAAFB50-1081-44EB-9600-67E4C26991A8}"/>
                  </a:ext>
                </a:extLst>
              </p:cNvPr>
              <p:cNvSpPr txBox="1"/>
              <p:nvPr/>
            </p:nvSpPr>
            <p:spPr>
              <a:xfrm>
                <a:off x="11139334" y="284315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DDAAFB50-1081-44EB-9600-67E4C2699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9334" y="2843159"/>
                <a:ext cx="5537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646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235</Words>
  <Application>Microsoft Office PowerPoint</Application>
  <PresentationFormat>Widescreen</PresentationFormat>
  <Paragraphs>155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Dörr</dc:creator>
  <cp:lastModifiedBy>Eduardo Dörr</cp:lastModifiedBy>
  <cp:revision>34</cp:revision>
  <dcterms:created xsi:type="dcterms:W3CDTF">2019-05-11T17:21:56Z</dcterms:created>
  <dcterms:modified xsi:type="dcterms:W3CDTF">2019-06-22T22:41:47Z</dcterms:modified>
</cp:coreProperties>
</file>